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8"/>
  </p:notesMasterIdLst>
  <p:sldIdLst>
    <p:sldId id="259" r:id="rId5"/>
    <p:sldId id="262" r:id="rId6"/>
    <p:sldId id="263" r:id="rId7"/>
    <p:sldId id="256" r:id="rId9"/>
    <p:sldId id="25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7" Type="http://schemas.openxmlformats.org/officeDocument/2006/relationships/tags" Target="../tags/tag126.xml"/><Relationship Id="rId66" Type="http://schemas.openxmlformats.org/officeDocument/2006/relationships/tags" Target="../tags/tag125.xml"/><Relationship Id="rId65" Type="http://schemas.openxmlformats.org/officeDocument/2006/relationships/tags" Target="../tags/tag124.xml"/><Relationship Id="rId64" Type="http://schemas.openxmlformats.org/officeDocument/2006/relationships/tags" Target="../tags/tag123.xml"/><Relationship Id="rId63" Type="http://schemas.openxmlformats.org/officeDocument/2006/relationships/tags" Target="../tags/tag122.xml"/><Relationship Id="rId62" Type="http://schemas.openxmlformats.org/officeDocument/2006/relationships/tags" Target="../tags/tag121.xml"/><Relationship Id="rId61" Type="http://schemas.openxmlformats.org/officeDocument/2006/relationships/tags" Target="../tags/tag120.xml"/><Relationship Id="rId60" Type="http://schemas.openxmlformats.org/officeDocument/2006/relationships/tags" Target="../tags/tag119.xml"/><Relationship Id="rId6" Type="http://schemas.openxmlformats.org/officeDocument/2006/relationships/tags" Target="../tags/tag65.xml"/><Relationship Id="rId59" Type="http://schemas.openxmlformats.org/officeDocument/2006/relationships/tags" Target="../tags/tag118.xml"/><Relationship Id="rId58" Type="http://schemas.openxmlformats.org/officeDocument/2006/relationships/tags" Target="../tags/tag117.xml"/><Relationship Id="rId57" Type="http://schemas.openxmlformats.org/officeDocument/2006/relationships/tags" Target="../tags/tag116.xml"/><Relationship Id="rId56" Type="http://schemas.openxmlformats.org/officeDocument/2006/relationships/tags" Target="../tags/tag115.xml"/><Relationship Id="rId55" Type="http://schemas.openxmlformats.org/officeDocument/2006/relationships/tags" Target="../tags/tag114.xml"/><Relationship Id="rId54" Type="http://schemas.openxmlformats.org/officeDocument/2006/relationships/tags" Target="../tags/tag113.xml"/><Relationship Id="rId53" Type="http://schemas.openxmlformats.org/officeDocument/2006/relationships/tags" Target="../tags/tag112.xml"/><Relationship Id="rId52" Type="http://schemas.openxmlformats.org/officeDocument/2006/relationships/tags" Target="../tags/tag111.xml"/><Relationship Id="rId51" Type="http://schemas.openxmlformats.org/officeDocument/2006/relationships/tags" Target="../tags/tag110.xml"/><Relationship Id="rId50" Type="http://schemas.openxmlformats.org/officeDocument/2006/relationships/tags" Target="../tags/tag109.xml"/><Relationship Id="rId5" Type="http://schemas.openxmlformats.org/officeDocument/2006/relationships/tags" Target="../tags/tag64.xml"/><Relationship Id="rId49" Type="http://schemas.openxmlformats.org/officeDocument/2006/relationships/tags" Target="../tags/tag108.xml"/><Relationship Id="rId48" Type="http://schemas.openxmlformats.org/officeDocument/2006/relationships/tags" Target="../tags/tag107.xml"/><Relationship Id="rId47" Type="http://schemas.openxmlformats.org/officeDocument/2006/relationships/tags" Target="../tags/tag106.xml"/><Relationship Id="rId46" Type="http://schemas.openxmlformats.org/officeDocument/2006/relationships/tags" Target="../tags/tag105.xml"/><Relationship Id="rId45" Type="http://schemas.openxmlformats.org/officeDocument/2006/relationships/tags" Target="../tags/tag104.xml"/><Relationship Id="rId44" Type="http://schemas.openxmlformats.org/officeDocument/2006/relationships/tags" Target="../tags/tag103.xml"/><Relationship Id="rId43" Type="http://schemas.openxmlformats.org/officeDocument/2006/relationships/tags" Target="../tags/tag102.xml"/><Relationship Id="rId42" Type="http://schemas.openxmlformats.org/officeDocument/2006/relationships/tags" Target="../tags/tag101.xml"/><Relationship Id="rId41" Type="http://schemas.openxmlformats.org/officeDocument/2006/relationships/tags" Target="../tags/tag100.xml"/><Relationship Id="rId40" Type="http://schemas.openxmlformats.org/officeDocument/2006/relationships/tags" Target="../tags/tag99.xml"/><Relationship Id="rId4" Type="http://schemas.openxmlformats.org/officeDocument/2006/relationships/image" Target="../media/image2.svg"/><Relationship Id="rId39" Type="http://schemas.openxmlformats.org/officeDocument/2006/relationships/tags" Target="../tags/tag98.xml"/><Relationship Id="rId38" Type="http://schemas.openxmlformats.org/officeDocument/2006/relationships/tags" Target="../tags/tag97.xml"/><Relationship Id="rId37" Type="http://schemas.openxmlformats.org/officeDocument/2006/relationships/tags" Target="../tags/tag96.xml"/><Relationship Id="rId36" Type="http://schemas.openxmlformats.org/officeDocument/2006/relationships/tags" Target="../tags/tag95.xml"/><Relationship Id="rId35" Type="http://schemas.openxmlformats.org/officeDocument/2006/relationships/tags" Target="../tags/tag94.xml"/><Relationship Id="rId34" Type="http://schemas.openxmlformats.org/officeDocument/2006/relationships/tags" Target="../tags/tag93.xml"/><Relationship Id="rId33" Type="http://schemas.openxmlformats.org/officeDocument/2006/relationships/tags" Target="../tags/tag92.xml"/><Relationship Id="rId32" Type="http://schemas.openxmlformats.org/officeDocument/2006/relationships/tags" Target="../tags/tag91.xml"/><Relationship Id="rId31" Type="http://schemas.openxmlformats.org/officeDocument/2006/relationships/tags" Target="../tags/tag90.xml"/><Relationship Id="rId30" Type="http://schemas.openxmlformats.org/officeDocument/2006/relationships/tags" Target="../tags/tag89.xml"/><Relationship Id="rId3" Type="http://schemas.openxmlformats.org/officeDocument/2006/relationships/image" Target="../media/image1.png"/><Relationship Id="rId29" Type="http://schemas.openxmlformats.org/officeDocument/2006/relationships/tags" Target="../tags/tag88.xml"/><Relationship Id="rId28" Type="http://schemas.openxmlformats.org/officeDocument/2006/relationships/tags" Target="../tags/tag87.xml"/><Relationship Id="rId27" Type="http://schemas.openxmlformats.org/officeDocument/2006/relationships/tags" Target="../tags/tag86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3" Type="http://schemas.openxmlformats.org/officeDocument/2006/relationships/tags" Target="../tags/tag163.xml"/><Relationship Id="rId32" Type="http://schemas.openxmlformats.org/officeDocument/2006/relationships/tags" Target="../tags/tag162.xml"/><Relationship Id="rId31" Type="http://schemas.openxmlformats.org/officeDocument/2006/relationships/tags" Target="../tags/tag161.xml"/><Relationship Id="rId30" Type="http://schemas.openxmlformats.org/officeDocument/2006/relationships/tags" Target="../tags/tag160.xml"/><Relationship Id="rId3" Type="http://schemas.openxmlformats.org/officeDocument/2006/relationships/tags" Target="../tags/tag133.xml"/><Relationship Id="rId29" Type="http://schemas.openxmlformats.org/officeDocument/2006/relationships/tags" Target="../tags/tag159.xml"/><Relationship Id="rId28" Type="http://schemas.openxmlformats.org/officeDocument/2006/relationships/tags" Target="../tags/tag158.xml"/><Relationship Id="rId27" Type="http://schemas.openxmlformats.org/officeDocument/2006/relationships/tags" Target="../tags/tag157.xml"/><Relationship Id="rId26" Type="http://schemas.openxmlformats.org/officeDocument/2006/relationships/tags" Target="../tags/tag156.xml"/><Relationship Id="rId25" Type="http://schemas.openxmlformats.org/officeDocument/2006/relationships/tags" Target="../tags/tag155.xml"/><Relationship Id="rId24" Type="http://schemas.openxmlformats.org/officeDocument/2006/relationships/tags" Target="../tags/tag154.xml"/><Relationship Id="rId23" Type="http://schemas.openxmlformats.org/officeDocument/2006/relationships/tags" Target="../tags/tag153.xml"/><Relationship Id="rId22" Type="http://schemas.openxmlformats.org/officeDocument/2006/relationships/tags" Target="../tags/tag152.xml"/><Relationship Id="rId21" Type="http://schemas.openxmlformats.org/officeDocument/2006/relationships/tags" Target="../tags/tag151.xml"/><Relationship Id="rId20" Type="http://schemas.openxmlformats.org/officeDocument/2006/relationships/tags" Target="../tags/tag150.xml"/><Relationship Id="rId2" Type="http://schemas.openxmlformats.org/officeDocument/2006/relationships/tags" Target="../tags/tag132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4" Type="http://schemas.openxmlformats.org/officeDocument/2006/relationships/tags" Target="../tags/tag196.xml"/><Relationship Id="rId33" Type="http://schemas.openxmlformats.org/officeDocument/2006/relationships/tags" Target="../tags/tag195.xml"/><Relationship Id="rId32" Type="http://schemas.openxmlformats.org/officeDocument/2006/relationships/tags" Target="../tags/tag194.xml"/><Relationship Id="rId31" Type="http://schemas.openxmlformats.org/officeDocument/2006/relationships/tags" Target="../tags/tag193.xml"/><Relationship Id="rId30" Type="http://schemas.openxmlformats.org/officeDocument/2006/relationships/tags" Target="../tags/tag192.xml"/><Relationship Id="rId3" Type="http://schemas.openxmlformats.org/officeDocument/2006/relationships/tags" Target="../tags/tag165.xml"/><Relationship Id="rId29" Type="http://schemas.openxmlformats.org/officeDocument/2006/relationships/tags" Target="../tags/tag191.xml"/><Relationship Id="rId28" Type="http://schemas.openxmlformats.org/officeDocument/2006/relationships/tags" Target="../tags/tag190.xml"/><Relationship Id="rId27" Type="http://schemas.openxmlformats.org/officeDocument/2006/relationships/tags" Target="../tags/tag189.xml"/><Relationship Id="rId26" Type="http://schemas.openxmlformats.org/officeDocument/2006/relationships/tags" Target="../tags/tag188.xml"/><Relationship Id="rId25" Type="http://schemas.openxmlformats.org/officeDocument/2006/relationships/tags" Target="../tags/tag187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0" Type="http://schemas.openxmlformats.org/officeDocument/2006/relationships/tags" Target="../tags/tag263.xml"/><Relationship Id="rId4" Type="http://schemas.openxmlformats.org/officeDocument/2006/relationships/image" Target="../media/image4.svg"/><Relationship Id="rId39" Type="http://schemas.openxmlformats.org/officeDocument/2006/relationships/tags" Target="../tags/tag262.xml"/><Relationship Id="rId38" Type="http://schemas.openxmlformats.org/officeDocument/2006/relationships/tags" Target="../tags/tag261.xml"/><Relationship Id="rId37" Type="http://schemas.openxmlformats.org/officeDocument/2006/relationships/tags" Target="../tags/tag260.xml"/><Relationship Id="rId36" Type="http://schemas.openxmlformats.org/officeDocument/2006/relationships/tags" Target="../tags/tag259.xml"/><Relationship Id="rId35" Type="http://schemas.openxmlformats.org/officeDocument/2006/relationships/tags" Target="../tags/tag258.xml"/><Relationship Id="rId34" Type="http://schemas.openxmlformats.org/officeDocument/2006/relationships/tags" Target="../tags/tag257.xml"/><Relationship Id="rId33" Type="http://schemas.openxmlformats.org/officeDocument/2006/relationships/tags" Target="../tags/tag256.xml"/><Relationship Id="rId32" Type="http://schemas.openxmlformats.org/officeDocument/2006/relationships/tags" Target="../tags/tag255.xml"/><Relationship Id="rId31" Type="http://schemas.openxmlformats.org/officeDocument/2006/relationships/tags" Target="../tags/tag254.xml"/><Relationship Id="rId30" Type="http://schemas.openxmlformats.org/officeDocument/2006/relationships/tags" Target="../tags/tag253.xml"/><Relationship Id="rId3" Type="http://schemas.openxmlformats.org/officeDocument/2006/relationships/image" Target="../media/image3.png"/><Relationship Id="rId29" Type="http://schemas.openxmlformats.org/officeDocument/2006/relationships/tags" Target="../tags/tag252.xml"/><Relationship Id="rId28" Type="http://schemas.openxmlformats.org/officeDocument/2006/relationships/tags" Target="../tags/tag251.xml"/><Relationship Id="rId27" Type="http://schemas.openxmlformats.org/officeDocument/2006/relationships/tags" Target="../tags/tag250.xml"/><Relationship Id="rId26" Type="http://schemas.openxmlformats.org/officeDocument/2006/relationships/tags" Target="../tags/tag249.xml"/><Relationship Id="rId25" Type="http://schemas.openxmlformats.org/officeDocument/2006/relationships/tags" Target="../tags/tag248.xml"/><Relationship Id="rId24" Type="http://schemas.openxmlformats.org/officeDocument/2006/relationships/tags" Target="../tags/tag247.xml"/><Relationship Id="rId23" Type="http://schemas.openxmlformats.org/officeDocument/2006/relationships/tags" Target="../tags/tag246.xml"/><Relationship Id="rId22" Type="http://schemas.openxmlformats.org/officeDocument/2006/relationships/tags" Target="../tags/tag245.xml"/><Relationship Id="rId21" Type="http://schemas.openxmlformats.org/officeDocument/2006/relationships/tags" Target="../tags/tag244.xml"/><Relationship Id="rId20" Type="http://schemas.openxmlformats.org/officeDocument/2006/relationships/tags" Target="../tags/tag243.xml"/><Relationship Id="rId2" Type="http://schemas.openxmlformats.org/officeDocument/2006/relationships/tags" Target="../tags/tag227.xml"/><Relationship Id="rId19" Type="http://schemas.openxmlformats.org/officeDocument/2006/relationships/tags" Target="../tags/tag242.xml"/><Relationship Id="rId18" Type="http://schemas.openxmlformats.org/officeDocument/2006/relationships/tags" Target="../tags/tag241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7" Type="http://schemas.openxmlformats.org/officeDocument/2006/relationships/tags" Target="../tags/tag338.xml"/><Relationship Id="rId66" Type="http://schemas.openxmlformats.org/officeDocument/2006/relationships/tags" Target="../tags/tag337.xml"/><Relationship Id="rId65" Type="http://schemas.openxmlformats.org/officeDocument/2006/relationships/tags" Target="../tags/tag336.xml"/><Relationship Id="rId64" Type="http://schemas.openxmlformats.org/officeDocument/2006/relationships/tags" Target="../tags/tag335.xml"/><Relationship Id="rId63" Type="http://schemas.openxmlformats.org/officeDocument/2006/relationships/tags" Target="../tags/tag334.xml"/><Relationship Id="rId62" Type="http://schemas.openxmlformats.org/officeDocument/2006/relationships/tags" Target="../tags/tag333.xml"/><Relationship Id="rId61" Type="http://schemas.openxmlformats.org/officeDocument/2006/relationships/tags" Target="../tags/tag332.xml"/><Relationship Id="rId60" Type="http://schemas.openxmlformats.org/officeDocument/2006/relationships/tags" Target="../tags/tag331.xml"/><Relationship Id="rId6" Type="http://schemas.openxmlformats.org/officeDocument/2006/relationships/tags" Target="../tags/tag277.xml"/><Relationship Id="rId59" Type="http://schemas.openxmlformats.org/officeDocument/2006/relationships/tags" Target="../tags/tag330.xml"/><Relationship Id="rId58" Type="http://schemas.openxmlformats.org/officeDocument/2006/relationships/tags" Target="../tags/tag329.xml"/><Relationship Id="rId57" Type="http://schemas.openxmlformats.org/officeDocument/2006/relationships/tags" Target="../tags/tag328.xml"/><Relationship Id="rId56" Type="http://schemas.openxmlformats.org/officeDocument/2006/relationships/tags" Target="../tags/tag327.xml"/><Relationship Id="rId55" Type="http://schemas.openxmlformats.org/officeDocument/2006/relationships/tags" Target="../tags/tag326.xml"/><Relationship Id="rId54" Type="http://schemas.openxmlformats.org/officeDocument/2006/relationships/tags" Target="../tags/tag325.xml"/><Relationship Id="rId53" Type="http://schemas.openxmlformats.org/officeDocument/2006/relationships/tags" Target="../tags/tag324.xml"/><Relationship Id="rId52" Type="http://schemas.openxmlformats.org/officeDocument/2006/relationships/tags" Target="../tags/tag323.xml"/><Relationship Id="rId51" Type="http://schemas.openxmlformats.org/officeDocument/2006/relationships/tags" Target="../tags/tag322.xml"/><Relationship Id="rId50" Type="http://schemas.openxmlformats.org/officeDocument/2006/relationships/tags" Target="../tags/tag321.xml"/><Relationship Id="rId5" Type="http://schemas.openxmlformats.org/officeDocument/2006/relationships/tags" Target="../tags/tag276.xml"/><Relationship Id="rId49" Type="http://schemas.openxmlformats.org/officeDocument/2006/relationships/tags" Target="../tags/tag320.xml"/><Relationship Id="rId48" Type="http://schemas.openxmlformats.org/officeDocument/2006/relationships/tags" Target="../tags/tag319.xml"/><Relationship Id="rId47" Type="http://schemas.openxmlformats.org/officeDocument/2006/relationships/tags" Target="../tags/tag318.xml"/><Relationship Id="rId46" Type="http://schemas.openxmlformats.org/officeDocument/2006/relationships/tags" Target="../tags/tag317.xml"/><Relationship Id="rId45" Type="http://schemas.openxmlformats.org/officeDocument/2006/relationships/tags" Target="../tags/tag316.xml"/><Relationship Id="rId44" Type="http://schemas.openxmlformats.org/officeDocument/2006/relationships/tags" Target="../tags/tag315.xml"/><Relationship Id="rId43" Type="http://schemas.openxmlformats.org/officeDocument/2006/relationships/tags" Target="../tags/tag314.xml"/><Relationship Id="rId42" Type="http://schemas.openxmlformats.org/officeDocument/2006/relationships/tags" Target="../tags/tag313.xml"/><Relationship Id="rId41" Type="http://schemas.openxmlformats.org/officeDocument/2006/relationships/tags" Target="../tags/tag312.xml"/><Relationship Id="rId40" Type="http://schemas.openxmlformats.org/officeDocument/2006/relationships/tags" Target="../tags/tag311.xml"/><Relationship Id="rId4" Type="http://schemas.openxmlformats.org/officeDocument/2006/relationships/image" Target="../media/image2.svg"/><Relationship Id="rId39" Type="http://schemas.openxmlformats.org/officeDocument/2006/relationships/tags" Target="../tags/tag310.xml"/><Relationship Id="rId38" Type="http://schemas.openxmlformats.org/officeDocument/2006/relationships/tags" Target="../tags/tag309.xml"/><Relationship Id="rId37" Type="http://schemas.openxmlformats.org/officeDocument/2006/relationships/tags" Target="../tags/tag308.xml"/><Relationship Id="rId36" Type="http://schemas.openxmlformats.org/officeDocument/2006/relationships/tags" Target="../tags/tag307.xml"/><Relationship Id="rId35" Type="http://schemas.openxmlformats.org/officeDocument/2006/relationships/tags" Target="../tags/tag306.xml"/><Relationship Id="rId34" Type="http://schemas.openxmlformats.org/officeDocument/2006/relationships/tags" Target="../tags/tag305.xml"/><Relationship Id="rId33" Type="http://schemas.openxmlformats.org/officeDocument/2006/relationships/tags" Target="../tags/tag304.xml"/><Relationship Id="rId32" Type="http://schemas.openxmlformats.org/officeDocument/2006/relationships/tags" Target="../tags/tag303.xml"/><Relationship Id="rId31" Type="http://schemas.openxmlformats.org/officeDocument/2006/relationships/tags" Target="../tags/tag302.xml"/><Relationship Id="rId30" Type="http://schemas.openxmlformats.org/officeDocument/2006/relationships/tags" Target="../tags/tag301.xml"/><Relationship Id="rId3" Type="http://schemas.openxmlformats.org/officeDocument/2006/relationships/image" Target="../media/image1.png"/><Relationship Id="rId29" Type="http://schemas.openxmlformats.org/officeDocument/2006/relationships/tags" Target="../tags/tag300.xml"/><Relationship Id="rId28" Type="http://schemas.openxmlformats.org/officeDocument/2006/relationships/tags" Target="../tags/tag299.xml"/><Relationship Id="rId27" Type="http://schemas.openxmlformats.org/officeDocument/2006/relationships/tags" Target="../tags/tag298.xml"/><Relationship Id="rId26" Type="http://schemas.openxmlformats.org/officeDocument/2006/relationships/tags" Target="../tags/tag297.xml"/><Relationship Id="rId25" Type="http://schemas.openxmlformats.org/officeDocument/2006/relationships/tags" Target="../tags/tag296.xml"/><Relationship Id="rId24" Type="http://schemas.openxmlformats.org/officeDocument/2006/relationships/tags" Target="../tags/tag295.xml"/><Relationship Id="rId23" Type="http://schemas.openxmlformats.org/officeDocument/2006/relationships/tags" Target="../tags/tag294.xml"/><Relationship Id="rId22" Type="http://schemas.openxmlformats.org/officeDocument/2006/relationships/tags" Target="../tags/tag293.xml"/><Relationship Id="rId21" Type="http://schemas.openxmlformats.org/officeDocument/2006/relationships/tags" Target="../tags/tag292.xml"/><Relationship Id="rId20" Type="http://schemas.openxmlformats.org/officeDocument/2006/relationships/tags" Target="../tags/tag291.xml"/><Relationship Id="rId2" Type="http://schemas.openxmlformats.org/officeDocument/2006/relationships/tags" Target="../tags/tag275.xml"/><Relationship Id="rId19" Type="http://schemas.openxmlformats.org/officeDocument/2006/relationships/tags" Target="../tags/tag290.xml"/><Relationship Id="rId18" Type="http://schemas.openxmlformats.org/officeDocument/2006/relationships/tags" Target="../tags/tag289.xml"/><Relationship Id="rId17" Type="http://schemas.openxmlformats.org/officeDocument/2006/relationships/tags" Target="../tags/tag288.xml"/><Relationship Id="rId16" Type="http://schemas.openxmlformats.org/officeDocument/2006/relationships/tags" Target="../tags/tag287.xml"/><Relationship Id="rId15" Type="http://schemas.openxmlformats.org/officeDocument/2006/relationships/tags" Target="../tags/tag286.xml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" Type="http://schemas.openxmlformats.org/officeDocument/2006/relationships/tags" Target="../tags/tag346.xml"/><Relationship Id="rId33" Type="http://schemas.openxmlformats.org/officeDocument/2006/relationships/tags" Target="../tags/tag375.xml"/><Relationship Id="rId32" Type="http://schemas.openxmlformats.org/officeDocument/2006/relationships/tags" Target="../tags/tag374.xml"/><Relationship Id="rId31" Type="http://schemas.openxmlformats.org/officeDocument/2006/relationships/tags" Target="../tags/tag373.xml"/><Relationship Id="rId30" Type="http://schemas.openxmlformats.org/officeDocument/2006/relationships/tags" Target="../tags/tag372.xml"/><Relationship Id="rId3" Type="http://schemas.openxmlformats.org/officeDocument/2006/relationships/tags" Target="../tags/tag345.xml"/><Relationship Id="rId29" Type="http://schemas.openxmlformats.org/officeDocument/2006/relationships/tags" Target="../tags/tag371.xml"/><Relationship Id="rId28" Type="http://schemas.openxmlformats.org/officeDocument/2006/relationships/tags" Target="../tags/tag370.xml"/><Relationship Id="rId27" Type="http://schemas.openxmlformats.org/officeDocument/2006/relationships/tags" Target="../tags/tag369.xml"/><Relationship Id="rId26" Type="http://schemas.openxmlformats.org/officeDocument/2006/relationships/tags" Target="../tags/tag368.xml"/><Relationship Id="rId25" Type="http://schemas.openxmlformats.org/officeDocument/2006/relationships/tags" Target="../tags/tag367.xml"/><Relationship Id="rId24" Type="http://schemas.openxmlformats.org/officeDocument/2006/relationships/tags" Target="../tags/tag366.xml"/><Relationship Id="rId23" Type="http://schemas.openxmlformats.org/officeDocument/2006/relationships/tags" Target="../tags/tag365.xml"/><Relationship Id="rId22" Type="http://schemas.openxmlformats.org/officeDocument/2006/relationships/tags" Target="../tags/tag364.xml"/><Relationship Id="rId21" Type="http://schemas.openxmlformats.org/officeDocument/2006/relationships/tags" Target="../tags/tag363.xml"/><Relationship Id="rId20" Type="http://schemas.openxmlformats.org/officeDocument/2006/relationships/tags" Target="../tags/tag362.xml"/><Relationship Id="rId2" Type="http://schemas.openxmlformats.org/officeDocument/2006/relationships/tags" Target="../tags/tag344.xml"/><Relationship Id="rId19" Type="http://schemas.openxmlformats.org/officeDocument/2006/relationships/tags" Target="../tags/tag361.xml"/><Relationship Id="rId18" Type="http://schemas.openxmlformats.org/officeDocument/2006/relationships/tags" Target="../tags/tag360.xml"/><Relationship Id="rId17" Type="http://schemas.openxmlformats.org/officeDocument/2006/relationships/tags" Target="../tags/tag359.xml"/><Relationship Id="rId16" Type="http://schemas.openxmlformats.org/officeDocument/2006/relationships/tags" Target="../tags/tag358.xml"/><Relationship Id="rId15" Type="http://schemas.openxmlformats.org/officeDocument/2006/relationships/tags" Target="../tags/tag357.xml"/><Relationship Id="rId14" Type="http://schemas.openxmlformats.org/officeDocument/2006/relationships/tags" Target="../tags/tag356.xml"/><Relationship Id="rId13" Type="http://schemas.openxmlformats.org/officeDocument/2006/relationships/tags" Target="../tags/tag355.xml"/><Relationship Id="rId12" Type="http://schemas.openxmlformats.org/officeDocument/2006/relationships/tags" Target="../tags/tag354.xml"/><Relationship Id="rId11" Type="http://schemas.openxmlformats.org/officeDocument/2006/relationships/tags" Target="../tags/tag353.xml"/><Relationship Id="rId10" Type="http://schemas.openxmlformats.org/officeDocument/2006/relationships/tags" Target="../tags/tag352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383.xml"/><Relationship Id="rId8" Type="http://schemas.openxmlformats.org/officeDocument/2006/relationships/tags" Target="../tags/tag382.xml"/><Relationship Id="rId7" Type="http://schemas.openxmlformats.org/officeDocument/2006/relationships/tags" Target="../tags/tag381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34" Type="http://schemas.openxmlformats.org/officeDocument/2006/relationships/tags" Target="../tags/tag408.xml"/><Relationship Id="rId33" Type="http://schemas.openxmlformats.org/officeDocument/2006/relationships/tags" Target="../tags/tag407.xml"/><Relationship Id="rId32" Type="http://schemas.openxmlformats.org/officeDocument/2006/relationships/tags" Target="../tags/tag406.xml"/><Relationship Id="rId31" Type="http://schemas.openxmlformats.org/officeDocument/2006/relationships/tags" Target="../tags/tag405.xml"/><Relationship Id="rId30" Type="http://schemas.openxmlformats.org/officeDocument/2006/relationships/tags" Target="../tags/tag404.xml"/><Relationship Id="rId3" Type="http://schemas.openxmlformats.org/officeDocument/2006/relationships/tags" Target="../tags/tag377.xml"/><Relationship Id="rId29" Type="http://schemas.openxmlformats.org/officeDocument/2006/relationships/tags" Target="../tags/tag403.xml"/><Relationship Id="rId28" Type="http://schemas.openxmlformats.org/officeDocument/2006/relationships/tags" Target="../tags/tag402.xml"/><Relationship Id="rId27" Type="http://schemas.openxmlformats.org/officeDocument/2006/relationships/tags" Target="../tags/tag401.xml"/><Relationship Id="rId26" Type="http://schemas.openxmlformats.org/officeDocument/2006/relationships/tags" Target="../tags/tag400.xml"/><Relationship Id="rId25" Type="http://schemas.openxmlformats.org/officeDocument/2006/relationships/tags" Target="../tags/tag399.xml"/><Relationship Id="rId24" Type="http://schemas.openxmlformats.org/officeDocument/2006/relationships/tags" Target="../tags/tag398.xml"/><Relationship Id="rId23" Type="http://schemas.openxmlformats.org/officeDocument/2006/relationships/tags" Target="../tags/tag397.xml"/><Relationship Id="rId22" Type="http://schemas.openxmlformats.org/officeDocument/2006/relationships/tags" Target="../tags/tag396.xml"/><Relationship Id="rId21" Type="http://schemas.openxmlformats.org/officeDocument/2006/relationships/tags" Target="../tags/tag395.xml"/><Relationship Id="rId20" Type="http://schemas.openxmlformats.org/officeDocument/2006/relationships/tags" Target="../tags/tag394.xml"/><Relationship Id="rId2" Type="http://schemas.openxmlformats.org/officeDocument/2006/relationships/tags" Target="../tags/tag376.xml"/><Relationship Id="rId19" Type="http://schemas.openxmlformats.org/officeDocument/2006/relationships/tags" Target="../tags/tag393.xml"/><Relationship Id="rId18" Type="http://schemas.openxmlformats.org/officeDocument/2006/relationships/tags" Target="../tags/tag392.xml"/><Relationship Id="rId17" Type="http://schemas.openxmlformats.org/officeDocument/2006/relationships/tags" Target="../tags/tag391.xml"/><Relationship Id="rId16" Type="http://schemas.openxmlformats.org/officeDocument/2006/relationships/tags" Target="../tags/tag390.xml"/><Relationship Id="rId15" Type="http://schemas.openxmlformats.org/officeDocument/2006/relationships/tags" Target="../tags/tag389.xml"/><Relationship Id="rId14" Type="http://schemas.openxmlformats.org/officeDocument/2006/relationships/tags" Target="../tags/tag388.xml"/><Relationship Id="rId13" Type="http://schemas.openxmlformats.org/officeDocument/2006/relationships/tags" Target="../tags/tag387.xml"/><Relationship Id="rId12" Type="http://schemas.openxmlformats.org/officeDocument/2006/relationships/tags" Target="../tags/tag386.xml"/><Relationship Id="rId11" Type="http://schemas.openxmlformats.org/officeDocument/2006/relationships/tags" Target="../tags/tag385.xml"/><Relationship Id="rId10" Type="http://schemas.openxmlformats.org/officeDocument/2006/relationships/tags" Target="../tags/tag38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tags" Target="../tags/tag424.xml"/><Relationship Id="rId2" Type="http://schemas.openxmlformats.org/officeDocument/2006/relationships/tags" Target="../tags/tag423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433.xml"/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444.xml"/><Relationship Id="rId8" Type="http://schemas.openxmlformats.org/officeDocument/2006/relationships/tags" Target="../tags/tag443.xml"/><Relationship Id="rId7" Type="http://schemas.openxmlformats.org/officeDocument/2006/relationships/tags" Target="../tags/tag442.xml"/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0" Type="http://schemas.openxmlformats.org/officeDocument/2006/relationships/tags" Target="../tags/tag475.xml"/><Relationship Id="rId4" Type="http://schemas.openxmlformats.org/officeDocument/2006/relationships/image" Target="../media/image4.svg"/><Relationship Id="rId39" Type="http://schemas.openxmlformats.org/officeDocument/2006/relationships/tags" Target="../tags/tag474.xml"/><Relationship Id="rId38" Type="http://schemas.openxmlformats.org/officeDocument/2006/relationships/tags" Target="../tags/tag473.xml"/><Relationship Id="rId37" Type="http://schemas.openxmlformats.org/officeDocument/2006/relationships/tags" Target="../tags/tag472.xml"/><Relationship Id="rId36" Type="http://schemas.openxmlformats.org/officeDocument/2006/relationships/tags" Target="../tags/tag471.xml"/><Relationship Id="rId35" Type="http://schemas.openxmlformats.org/officeDocument/2006/relationships/tags" Target="../tags/tag470.xml"/><Relationship Id="rId34" Type="http://schemas.openxmlformats.org/officeDocument/2006/relationships/tags" Target="../tags/tag469.xml"/><Relationship Id="rId33" Type="http://schemas.openxmlformats.org/officeDocument/2006/relationships/tags" Target="../tags/tag468.xml"/><Relationship Id="rId32" Type="http://schemas.openxmlformats.org/officeDocument/2006/relationships/tags" Target="../tags/tag467.xml"/><Relationship Id="rId31" Type="http://schemas.openxmlformats.org/officeDocument/2006/relationships/tags" Target="../tags/tag466.xml"/><Relationship Id="rId30" Type="http://schemas.openxmlformats.org/officeDocument/2006/relationships/tags" Target="../tags/tag465.xml"/><Relationship Id="rId3" Type="http://schemas.openxmlformats.org/officeDocument/2006/relationships/image" Target="../media/image3.png"/><Relationship Id="rId29" Type="http://schemas.openxmlformats.org/officeDocument/2006/relationships/tags" Target="../tags/tag464.xml"/><Relationship Id="rId28" Type="http://schemas.openxmlformats.org/officeDocument/2006/relationships/tags" Target="../tags/tag463.xml"/><Relationship Id="rId27" Type="http://schemas.openxmlformats.org/officeDocument/2006/relationships/tags" Target="../tags/tag462.xml"/><Relationship Id="rId26" Type="http://schemas.openxmlformats.org/officeDocument/2006/relationships/tags" Target="../tags/tag461.xml"/><Relationship Id="rId25" Type="http://schemas.openxmlformats.org/officeDocument/2006/relationships/tags" Target="../tags/tag460.xml"/><Relationship Id="rId24" Type="http://schemas.openxmlformats.org/officeDocument/2006/relationships/tags" Target="../tags/tag459.xml"/><Relationship Id="rId23" Type="http://schemas.openxmlformats.org/officeDocument/2006/relationships/tags" Target="../tags/tag458.xml"/><Relationship Id="rId22" Type="http://schemas.openxmlformats.org/officeDocument/2006/relationships/tags" Target="../tags/tag457.xml"/><Relationship Id="rId21" Type="http://schemas.openxmlformats.org/officeDocument/2006/relationships/tags" Target="../tags/tag456.xml"/><Relationship Id="rId20" Type="http://schemas.openxmlformats.org/officeDocument/2006/relationships/tags" Target="../tags/tag455.xml"/><Relationship Id="rId2" Type="http://schemas.openxmlformats.org/officeDocument/2006/relationships/tags" Target="../tags/tag439.xml"/><Relationship Id="rId19" Type="http://schemas.openxmlformats.org/officeDocument/2006/relationships/tags" Target="../tags/tag454.xml"/><Relationship Id="rId18" Type="http://schemas.openxmlformats.org/officeDocument/2006/relationships/tags" Target="../tags/tag453.xml"/><Relationship Id="rId17" Type="http://schemas.openxmlformats.org/officeDocument/2006/relationships/tags" Target="../tags/tag452.xml"/><Relationship Id="rId16" Type="http://schemas.openxmlformats.org/officeDocument/2006/relationships/tags" Target="../tags/tag451.xml"/><Relationship Id="rId15" Type="http://schemas.openxmlformats.org/officeDocument/2006/relationships/tags" Target="../tags/tag450.xml"/><Relationship Id="rId14" Type="http://schemas.openxmlformats.org/officeDocument/2006/relationships/tags" Target="../tags/tag449.xml"/><Relationship Id="rId13" Type="http://schemas.openxmlformats.org/officeDocument/2006/relationships/tags" Target="../tags/tag448.xml"/><Relationship Id="rId12" Type="http://schemas.openxmlformats.org/officeDocument/2006/relationships/tags" Target="../tags/tag447.xml"/><Relationship Id="rId11" Type="http://schemas.openxmlformats.org/officeDocument/2006/relationships/tags" Target="../tags/tag446.xml"/><Relationship Id="rId10" Type="http://schemas.openxmlformats.org/officeDocument/2006/relationships/tags" Target="../tags/tag44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9924197" y="4948805"/>
            <a:ext cx="1886803" cy="191173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866592" y="4689266"/>
            <a:ext cx="1515694" cy="757847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762000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900430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03822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17665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31508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45351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762000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900430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103822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17665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131508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45351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762000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900430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103822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117665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131508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45351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762000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900430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103822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117665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131508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45351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cxnSp>
        <p:nvCxnSpPr>
          <p:cNvPr id="43" name="直接连接符 42"/>
          <p:cNvCxnSpPr/>
          <p:nvPr userDrawn="1">
            <p:custDataLst>
              <p:tags r:id="rId33"/>
            </p:custDataLst>
          </p:nvPr>
        </p:nvCxnSpPr>
        <p:spPr>
          <a:xfrm>
            <a:off x="2184400" y="8382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多边形: 形状 43"/>
          <p:cNvSpPr/>
          <p:nvPr userDrawn="1">
            <p:custDataLst>
              <p:tags r:id="rId34"/>
            </p:custDataLst>
          </p:nvPr>
        </p:nvSpPr>
        <p:spPr>
          <a:xfrm>
            <a:off x="9381500" y="6334625"/>
            <a:ext cx="1046117" cy="523058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5" name="任意多边形: 形状 12"/>
          <p:cNvSpPr/>
          <p:nvPr userDrawn="1">
            <p:custDataLst>
              <p:tags r:id="rId35"/>
            </p:custDataLst>
          </p:nvPr>
        </p:nvSpPr>
        <p:spPr>
          <a:xfrm flipH="1">
            <a:off x="11188065" y="1419860"/>
            <a:ext cx="1003935" cy="2008505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任意多边形: 形状 81"/>
          <p:cNvSpPr/>
          <p:nvPr userDrawn="1">
            <p:custDataLst>
              <p:tags r:id="rId36"/>
            </p:custDataLst>
          </p:nvPr>
        </p:nvSpPr>
        <p:spPr>
          <a:xfrm>
            <a:off x="1095692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7"/>
            </p:custDataLst>
          </p:nvPr>
        </p:nvSpPr>
        <p:spPr>
          <a:xfrm>
            <a:off x="1109535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8"/>
            </p:custDataLst>
          </p:nvPr>
        </p:nvSpPr>
        <p:spPr>
          <a:xfrm>
            <a:off x="1123315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9"/>
            </p:custDataLst>
          </p:nvPr>
        </p:nvSpPr>
        <p:spPr>
          <a:xfrm>
            <a:off x="1137158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40"/>
            </p:custDataLst>
          </p:nvPr>
        </p:nvSpPr>
        <p:spPr>
          <a:xfrm>
            <a:off x="1151001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1"/>
            </p:custDataLst>
          </p:nvPr>
        </p:nvSpPr>
        <p:spPr>
          <a:xfrm>
            <a:off x="1164844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2"/>
            </p:custDataLst>
          </p:nvPr>
        </p:nvSpPr>
        <p:spPr>
          <a:xfrm>
            <a:off x="1095692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3"/>
            </p:custDataLst>
          </p:nvPr>
        </p:nvSpPr>
        <p:spPr>
          <a:xfrm>
            <a:off x="1109535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4"/>
            </p:custDataLst>
          </p:nvPr>
        </p:nvSpPr>
        <p:spPr>
          <a:xfrm>
            <a:off x="1123315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5"/>
            </p:custDataLst>
          </p:nvPr>
        </p:nvSpPr>
        <p:spPr>
          <a:xfrm>
            <a:off x="1137158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6"/>
            </p:custDataLst>
          </p:nvPr>
        </p:nvSpPr>
        <p:spPr>
          <a:xfrm>
            <a:off x="1151001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7"/>
            </p:custDataLst>
          </p:nvPr>
        </p:nvSpPr>
        <p:spPr>
          <a:xfrm>
            <a:off x="1164844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8"/>
            </p:custDataLst>
          </p:nvPr>
        </p:nvSpPr>
        <p:spPr>
          <a:xfrm>
            <a:off x="1095692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9"/>
            </p:custDataLst>
          </p:nvPr>
        </p:nvSpPr>
        <p:spPr>
          <a:xfrm>
            <a:off x="1109535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50"/>
            </p:custDataLst>
          </p:nvPr>
        </p:nvSpPr>
        <p:spPr>
          <a:xfrm>
            <a:off x="1123315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1"/>
            </p:custDataLst>
          </p:nvPr>
        </p:nvSpPr>
        <p:spPr>
          <a:xfrm>
            <a:off x="1137158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2"/>
            </p:custDataLst>
          </p:nvPr>
        </p:nvSpPr>
        <p:spPr>
          <a:xfrm>
            <a:off x="1151001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3"/>
            </p:custDataLst>
          </p:nvPr>
        </p:nvSpPr>
        <p:spPr>
          <a:xfrm>
            <a:off x="1164844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4"/>
            </p:custDataLst>
          </p:nvPr>
        </p:nvSpPr>
        <p:spPr>
          <a:xfrm>
            <a:off x="1095692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5"/>
            </p:custDataLst>
          </p:nvPr>
        </p:nvSpPr>
        <p:spPr>
          <a:xfrm>
            <a:off x="1109535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6"/>
            </p:custDataLst>
          </p:nvPr>
        </p:nvSpPr>
        <p:spPr>
          <a:xfrm>
            <a:off x="1123315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7"/>
            </p:custDataLst>
          </p:nvPr>
        </p:nvSpPr>
        <p:spPr>
          <a:xfrm>
            <a:off x="1137158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8"/>
            </p:custDataLst>
          </p:nvPr>
        </p:nvSpPr>
        <p:spPr>
          <a:xfrm>
            <a:off x="1151001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9"/>
            </p:custDataLst>
          </p:nvPr>
        </p:nvSpPr>
        <p:spPr>
          <a:xfrm>
            <a:off x="1164844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0"/>
            </p:custDataLst>
          </p:nvPr>
        </p:nvSpPr>
        <p:spPr>
          <a:xfrm>
            <a:off x="838200" y="1656000"/>
            <a:ext cx="10515600" cy="180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1"/>
            </p:custDataLst>
          </p:nvPr>
        </p:nvSpPr>
        <p:spPr>
          <a:xfrm>
            <a:off x="838200" y="3705186"/>
            <a:ext cx="10515600" cy="86681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2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4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5"/>
            </p:custDataLst>
          </p:nvPr>
        </p:nvSpPr>
        <p:spPr>
          <a:xfrm>
            <a:off x="4781641" y="4586170"/>
            <a:ext cx="2743200" cy="504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4" name="文本占位符 9"/>
          <p:cNvSpPr>
            <a:spLocks noGrp="1"/>
          </p:cNvSpPr>
          <p:nvPr>
            <p:ph type="body" sz="quarter" idx="18" hasCustomPrompt="1"/>
            <p:custDataLst>
              <p:tags r:id="rId66"/>
            </p:custDataLst>
          </p:nvPr>
        </p:nvSpPr>
        <p:spPr>
          <a:xfrm>
            <a:off x="486770" y="330199"/>
            <a:ext cx="1546568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75" name="文本占位符 13"/>
          <p:cNvSpPr>
            <a:spLocks noGrp="1"/>
          </p:cNvSpPr>
          <p:nvPr>
            <p:ph type="body" sz="quarter" idx="14" hasCustomPrompt="1"/>
            <p:custDataLst>
              <p:tags r:id="rId67"/>
            </p:custDataLst>
          </p:nvPr>
        </p:nvSpPr>
        <p:spPr>
          <a:xfrm>
            <a:off x="8825231" y="326198"/>
            <a:ext cx="2880000" cy="5040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815926"/>
            <a:ext cx="3010487" cy="5732586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9" name="任意多边形: 形状 108"/>
          <p:cNvSpPr/>
          <p:nvPr userDrawn="1">
            <p:custDataLst>
              <p:tags r:id="rId3"/>
            </p:custDataLst>
          </p:nvPr>
        </p:nvSpPr>
        <p:spPr>
          <a:xfrm>
            <a:off x="101981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任意多边形: 形状 109"/>
          <p:cNvSpPr/>
          <p:nvPr userDrawn="1">
            <p:custDataLst>
              <p:tags r:id="rId4"/>
            </p:custDataLst>
          </p:nvPr>
        </p:nvSpPr>
        <p:spPr>
          <a:xfrm>
            <a:off x="123698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任意多边形: 形状 110"/>
          <p:cNvSpPr/>
          <p:nvPr userDrawn="1">
            <p:custDataLst>
              <p:tags r:id="rId5"/>
            </p:custDataLst>
          </p:nvPr>
        </p:nvSpPr>
        <p:spPr>
          <a:xfrm>
            <a:off x="145478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任意多边形: 形状 111"/>
          <p:cNvSpPr/>
          <p:nvPr userDrawn="1">
            <p:custDataLst>
              <p:tags r:id="rId6"/>
            </p:custDataLst>
          </p:nvPr>
        </p:nvSpPr>
        <p:spPr>
          <a:xfrm>
            <a:off x="167259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/>
          <p:cNvSpPr/>
          <p:nvPr userDrawn="1">
            <p:custDataLst>
              <p:tags r:id="rId7"/>
            </p:custDataLst>
          </p:nvPr>
        </p:nvSpPr>
        <p:spPr>
          <a:xfrm>
            <a:off x="188976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任意多边形: 形状 113"/>
          <p:cNvSpPr/>
          <p:nvPr userDrawn="1">
            <p:custDataLst>
              <p:tags r:id="rId8"/>
            </p:custDataLst>
          </p:nvPr>
        </p:nvSpPr>
        <p:spPr>
          <a:xfrm>
            <a:off x="210756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任意多边形: 形状 102"/>
          <p:cNvSpPr/>
          <p:nvPr userDrawn="1">
            <p:custDataLst>
              <p:tags r:id="rId9"/>
            </p:custDataLst>
          </p:nvPr>
        </p:nvSpPr>
        <p:spPr>
          <a:xfrm>
            <a:off x="101981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任意多边形: 形状 103"/>
          <p:cNvSpPr/>
          <p:nvPr userDrawn="1">
            <p:custDataLst>
              <p:tags r:id="rId10"/>
            </p:custDataLst>
          </p:nvPr>
        </p:nvSpPr>
        <p:spPr>
          <a:xfrm>
            <a:off x="123698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任意多边形: 形状 104"/>
          <p:cNvSpPr/>
          <p:nvPr userDrawn="1">
            <p:custDataLst>
              <p:tags r:id="rId11"/>
            </p:custDataLst>
          </p:nvPr>
        </p:nvSpPr>
        <p:spPr>
          <a:xfrm>
            <a:off x="145478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任意多边形: 形状 105"/>
          <p:cNvSpPr/>
          <p:nvPr userDrawn="1">
            <p:custDataLst>
              <p:tags r:id="rId12"/>
            </p:custDataLst>
          </p:nvPr>
        </p:nvSpPr>
        <p:spPr>
          <a:xfrm>
            <a:off x="167259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任意多边形: 形状 106"/>
          <p:cNvSpPr/>
          <p:nvPr userDrawn="1">
            <p:custDataLst>
              <p:tags r:id="rId13"/>
            </p:custDataLst>
          </p:nvPr>
        </p:nvSpPr>
        <p:spPr>
          <a:xfrm>
            <a:off x="188976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任意多边形: 形状 107"/>
          <p:cNvSpPr/>
          <p:nvPr userDrawn="1">
            <p:custDataLst>
              <p:tags r:id="rId14"/>
            </p:custDataLst>
          </p:nvPr>
        </p:nvSpPr>
        <p:spPr>
          <a:xfrm>
            <a:off x="210756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7" name="任意多边形: 形状 96"/>
          <p:cNvSpPr/>
          <p:nvPr userDrawn="1">
            <p:custDataLst>
              <p:tags r:id="rId15"/>
            </p:custDataLst>
          </p:nvPr>
        </p:nvSpPr>
        <p:spPr>
          <a:xfrm>
            <a:off x="101981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" name="任意多边形: 形状 97"/>
          <p:cNvSpPr/>
          <p:nvPr userDrawn="1">
            <p:custDataLst>
              <p:tags r:id="rId16"/>
            </p:custDataLst>
          </p:nvPr>
        </p:nvSpPr>
        <p:spPr>
          <a:xfrm>
            <a:off x="123698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任意多边形: 形状 98"/>
          <p:cNvSpPr/>
          <p:nvPr userDrawn="1">
            <p:custDataLst>
              <p:tags r:id="rId17"/>
            </p:custDataLst>
          </p:nvPr>
        </p:nvSpPr>
        <p:spPr>
          <a:xfrm>
            <a:off x="145478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任意多边形: 形状 99"/>
          <p:cNvSpPr/>
          <p:nvPr userDrawn="1">
            <p:custDataLst>
              <p:tags r:id="rId18"/>
            </p:custDataLst>
          </p:nvPr>
        </p:nvSpPr>
        <p:spPr>
          <a:xfrm>
            <a:off x="167259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任意多边形: 形状 100"/>
          <p:cNvSpPr/>
          <p:nvPr userDrawn="1">
            <p:custDataLst>
              <p:tags r:id="rId19"/>
            </p:custDataLst>
          </p:nvPr>
        </p:nvSpPr>
        <p:spPr>
          <a:xfrm>
            <a:off x="188976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任意多边形: 形状 101"/>
          <p:cNvSpPr/>
          <p:nvPr userDrawn="1">
            <p:custDataLst>
              <p:tags r:id="rId20"/>
            </p:custDataLst>
          </p:nvPr>
        </p:nvSpPr>
        <p:spPr>
          <a:xfrm>
            <a:off x="210756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1" name="任意多边形: 形状 90"/>
          <p:cNvSpPr/>
          <p:nvPr userDrawn="1">
            <p:custDataLst>
              <p:tags r:id="rId21"/>
            </p:custDataLst>
          </p:nvPr>
        </p:nvSpPr>
        <p:spPr>
          <a:xfrm>
            <a:off x="101981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2" name="任意多边形: 形状 91"/>
          <p:cNvSpPr/>
          <p:nvPr userDrawn="1">
            <p:custDataLst>
              <p:tags r:id="rId22"/>
            </p:custDataLst>
          </p:nvPr>
        </p:nvSpPr>
        <p:spPr>
          <a:xfrm>
            <a:off x="123698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任意多边形: 形状 92"/>
          <p:cNvSpPr/>
          <p:nvPr userDrawn="1">
            <p:custDataLst>
              <p:tags r:id="rId23"/>
            </p:custDataLst>
          </p:nvPr>
        </p:nvSpPr>
        <p:spPr>
          <a:xfrm>
            <a:off x="145478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4" name="任意多边形: 形状 93"/>
          <p:cNvSpPr/>
          <p:nvPr userDrawn="1">
            <p:custDataLst>
              <p:tags r:id="rId24"/>
            </p:custDataLst>
          </p:nvPr>
        </p:nvSpPr>
        <p:spPr>
          <a:xfrm>
            <a:off x="167259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" name="任意多边形: 形状 94"/>
          <p:cNvSpPr/>
          <p:nvPr userDrawn="1">
            <p:custDataLst>
              <p:tags r:id="rId25"/>
            </p:custDataLst>
          </p:nvPr>
        </p:nvSpPr>
        <p:spPr>
          <a:xfrm>
            <a:off x="188976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6" name="任意多边形: 形状 95"/>
          <p:cNvSpPr/>
          <p:nvPr userDrawn="1">
            <p:custDataLst>
              <p:tags r:id="rId26"/>
            </p:custDataLst>
          </p:nvPr>
        </p:nvSpPr>
        <p:spPr>
          <a:xfrm>
            <a:off x="210756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任意多边形: 形状 115"/>
          <p:cNvSpPr/>
          <p:nvPr>
            <p:custDataLst>
              <p:tags r:id="rId27"/>
            </p:custDataLst>
          </p:nvPr>
        </p:nvSpPr>
        <p:spPr>
          <a:xfrm>
            <a:off x="10883032" y="5494407"/>
            <a:ext cx="1308968" cy="1363593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17" name="任意多边形: 形状 116"/>
          <p:cNvSpPr/>
          <p:nvPr>
            <p:custDataLst>
              <p:tags r:id="rId28"/>
            </p:custDataLst>
          </p:nvPr>
        </p:nvSpPr>
        <p:spPr>
          <a:xfrm>
            <a:off x="10503205" y="642698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124" name="直接连接符 123"/>
          <p:cNvCxnSpPr/>
          <p:nvPr>
            <p:custDataLst>
              <p:tags r:id="rId29"/>
            </p:custDataLst>
          </p:nvPr>
        </p:nvCxnSpPr>
        <p:spPr>
          <a:xfrm>
            <a:off x="4670473" y="5491317"/>
            <a:ext cx="618978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0"/>
            </p:custDataLst>
          </p:nvPr>
        </p:nvSpPr>
        <p:spPr>
          <a:xfrm>
            <a:off x="73040" y="2266101"/>
            <a:ext cx="2034412" cy="2688797"/>
          </a:xfrm>
        </p:spPr>
        <p:txBody>
          <a:bodyPr anchor="ctr">
            <a:noAutofit/>
          </a:bodyPr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9348036" y="816492"/>
            <a:ext cx="2843964" cy="5731457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1005522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1027303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1049020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1070800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1092517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1114298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1005522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1027303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1049020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1070800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1092517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1114298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1005522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1027303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1049020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1070800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1092517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1114298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1005522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1027303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1049020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1070800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1092517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1114298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206375" y="5969564"/>
            <a:ext cx="1343382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 userDrawn="1">
            <p:custDataLst>
              <p:tags r:id="rId28"/>
            </p:custDataLst>
          </p:nvPr>
        </p:nvCxnSpPr>
        <p:spPr>
          <a:xfrm>
            <a:off x="1549757" y="6527800"/>
            <a:ext cx="857214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29"/>
            </p:custDataLst>
          </p:nvPr>
        </p:nvSpPr>
        <p:spPr>
          <a:xfrm>
            <a:off x="1075734" y="642656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1581138" y="700668"/>
            <a:ext cx="6603643" cy="4992039"/>
          </a:xfrm>
        </p:spPr>
        <p:txBody>
          <a:bodyPr anchor="ctr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4"/>
            </p:custDataLst>
          </p:nvPr>
        </p:nvSpPr>
        <p:spPr>
          <a:xfrm>
            <a:off x="10270349" y="2560320"/>
            <a:ext cx="1632479" cy="1869606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9845675" y="5245735"/>
            <a:ext cx="1585595" cy="160718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 flipH="1">
            <a:off x="11099800" y="1419860"/>
            <a:ext cx="1092200" cy="2183765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1095692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1109535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1123315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137158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151001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164844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095692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1109535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1123315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1137158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151001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1164844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095692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1109535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1123315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1137158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1151001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1164844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095692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1109535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1123315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1137158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1151001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1164844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44" name="直接连接符 43"/>
          <p:cNvCxnSpPr/>
          <p:nvPr userDrawn="1">
            <p:custDataLst>
              <p:tags r:id="rId33"/>
            </p:custDataLst>
          </p:nvPr>
        </p:nvCxnSpPr>
        <p:spPr>
          <a:xfrm>
            <a:off x="2184400" y="8382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>
            <p:custDataLst>
              <p:tags r:id="rId34"/>
            </p:custDataLst>
          </p:nvPr>
        </p:nvSpPr>
        <p:spPr>
          <a:xfrm>
            <a:off x="9381500" y="6334625"/>
            <a:ext cx="1046117" cy="523058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5"/>
            </p:custDataLst>
          </p:nvPr>
        </p:nvSpPr>
        <p:spPr>
          <a:xfrm>
            <a:off x="2225242" y="1100447"/>
            <a:ext cx="7756958" cy="276359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6" name="文本占位符 9"/>
          <p:cNvSpPr>
            <a:spLocks noGrp="1"/>
          </p:cNvSpPr>
          <p:nvPr>
            <p:ph type="body" sz="quarter" idx="18" hasCustomPrompt="1"/>
            <p:custDataLst>
              <p:tags r:id="rId39"/>
            </p:custDataLst>
          </p:nvPr>
        </p:nvSpPr>
        <p:spPr>
          <a:xfrm>
            <a:off x="486770" y="330199"/>
            <a:ext cx="1546568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47" name="文本占位符 23"/>
          <p:cNvSpPr>
            <a:spLocks noGrp="1"/>
          </p:cNvSpPr>
          <p:nvPr>
            <p:ph type="body" sz="quarter" idx="19" hasCustomPrompt="1"/>
            <p:custDataLst>
              <p:tags r:id="rId40"/>
            </p:custDataLst>
          </p:nvPr>
        </p:nvSpPr>
        <p:spPr>
          <a:xfrm>
            <a:off x="4781641" y="4205797"/>
            <a:ext cx="2743200" cy="504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9924197" y="4948805"/>
            <a:ext cx="1886803" cy="191173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866592" y="4689266"/>
            <a:ext cx="1515694" cy="757847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762000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900430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03822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17665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31508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453515" y="41783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762000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900430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103822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17665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131508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453515" y="4445000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762000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900430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103822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117665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131508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453515" y="47110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762000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900430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103822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117665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131508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453515" y="4977765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cxnSp>
        <p:nvCxnSpPr>
          <p:cNvPr id="43" name="直接连接符 42"/>
          <p:cNvCxnSpPr/>
          <p:nvPr userDrawn="1">
            <p:custDataLst>
              <p:tags r:id="rId33"/>
            </p:custDataLst>
          </p:nvPr>
        </p:nvCxnSpPr>
        <p:spPr>
          <a:xfrm>
            <a:off x="2184400" y="8382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多边形: 形状 43"/>
          <p:cNvSpPr/>
          <p:nvPr userDrawn="1">
            <p:custDataLst>
              <p:tags r:id="rId34"/>
            </p:custDataLst>
          </p:nvPr>
        </p:nvSpPr>
        <p:spPr>
          <a:xfrm>
            <a:off x="9381500" y="6334625"/>
            <a:ext cx="1046117" cy="523058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5" name="任意多边形: 形状 12"/>
          <p:cNvSpPr/>
          <p:nvPr userDrawn="1">
            <p:custDataLst>
              <p:tags r:id="rId35"/>
            </p:custDataLst>
          </p:nvPr>
        </p:nvSpPr>
        <p:spPr>
          <a:xfrm flipH="1">
            <a:off x="11188065" y="1419860"/>
            <a:ext cx="1003935" cy="2008505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任意多边形: 形状 81"/>
          <p:cNvSpPr/>
          <p:nvPr userDrawn="1">
            <p:custDataLst>
              <p:tags r:id="rId36"/>
            </p:custDataLst>
          </p:nvPr>
        </p:nvSpPr>
        <p:spPr>
          <a:xfrm>
            <a:off x="1095692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7"/>
            </p:custDataLst>
          </p:nvPr>
        </p:nvSpPr>
        <p:spPr>
          <a:xfrm>
            <a:off x="1109535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8"/>
            </p:custDataLst>
          </p:nvPr>
        </p:nvSpPr>
        <p:spPr>
          <a:xfrm>
            <a:off x="1123315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9"/>
            </p:custDataLst>
          </p:nvPr>
        </p:nvSpPr>
        <p:spPr>
          <a:xfrm>
            <a:off x="1137158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40"/>
            </p:custDataLst>
          </p:nvPr>
        </p:nvSpPr>
        <p:spPr>
          <a:xfrm>
            <a:off x="1151001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1"/>
            </p:custDataLst>
          </p:nvPr>
        </p:nvSpPr>
        <p:spPr>
          <a:xfrm>
            <a:off x="1164844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2"/>
            </p:custDataLst>
          </p:nvPr>
        </p:nvSpPr>
        <p:spPr>
          <a:xfrm>
            <a:off x="1095692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3"/>
            </p:custDataLst>
          </p:nvPr>
        </p:nvSpPr>
        <p:spPr>
          <a:xfrm>
            <a:off x="1109535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4"/>
            </p:custDataLst>
          </p:nvPr>
        </p:nvSpPr>
        <p:spPr>
          <a:xfrm>
            <a:off x="1123315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5"/>
            </p:custDataLst>
          </p:nvPr>
        </p:nvSpPr>
        <p:spPr>
          <a:xfrm>
            <a:off x="1137158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6"/>
            </p:custDataLst>
          </p:nvPr>
        </p:nvSpPr>
        <p:spPr>
          <a:xfrm>
            <a:off x="1151001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7"/>
            </p:custDataLst>
          </p:nvPr>
        </p:nvSpPr>
        <p:spPr>
          <a:xfrm>
            <a:off x="1164844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8"/>
            </p:custDataLst>
          </p:nvPr>
        </p:nvSpPr>
        <p:spPr>
          <a:xfrm>
            <a:off x="1095692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9"/>
            </p:custDataLst>
          </p:nvPr>
        </p:nvSpPr>
        <p:spPr>
          <a:xfrm>
            <a:off x="1109535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50"/>
            </p:custDataLst>
          </p:nvPr>
        </p:nvSpPr>
        <p:spPr>
          <a:xfrm>
            <a:off x="1123315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1"/>
            </p:custDataLst>
          </p:nvPr>
        </p:nvSpPr>
        <p:spPr>
          <a:xfrm>
            <a:off x="1137158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2"/>
            </p:custDataLst>
          </p:nvPr>
        </p:nvSpPr>
        <p:spPr>
          <a:xfrm>
            <a:off x="1151001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3"/>
            </p:custDataLst>
          </p:nvPr>
        </p:nvSpPr>
        <p:spPr>
          <a:xfrm>
            <a:off x="1164844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4"/>
            </p:custDataLst>
          </p:nvPr>
        </p:nvSpPr>
        <p:spPr>
          <a:xfrm>
            <a:off x="1095692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5"/>
            </p:custDataLst>
          </p:nvPr>
        </p:nvSpPr>
        <p:spPr>
          <a:xfrm>
            <a:off x="1109535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6"/>
            </p:custDataLst>
          </p:nvPr>
        </p:nvSpPr>
        <p:spPr>
          <a:xfrm>
            <a:off x="1123315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7"/>
            </p:custDataLst>
          </p:nvPr>
        </p:nvSpPr>
        <p:spPr>
          <a:xfrm>
            <a:off x="1137158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8"/>
            </p:custDataLst>
          </p:nvPr>
        </p:nvSpPr>
        <p:spPr>
          <a:xfrm>
            <a:off x="1151001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9"/>
            </p:custDataLst>
          </p:nvPr>
        </p:nvSpPr>
        <p:spPr>
          <a:xfrm>
            <a:off x="1164844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0"/>
            </p:custDataLst>
          </p:nvPr>
        </p:nvSpPr>
        <p:spPr>
          <a:xfrm>
            <a:off x="838200" y="1656000"/>
            <a:ext cx="10515600" cy="180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1"/>
            </p:custDataLst>
          </p:nvPr>
        </p:nvSpPr>
        <p:spPr>
          <a:xfrm>
            <a:off x="838200" y="3705186"/>
            <a:ext cx="10515600" cy="86681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2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4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5"/>
            </p:custDataLst>
          </p:nvPr>
        </p:nvSpPr>
        <p:spPr>
          <a:xfrm>
            <a:off x="4781641" y="4586170"/>
            <a:ext cx="2743200" cy="504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4" name="文本占位符 9"/>
          <p:cNvSpPr>
            <a:spLocks noGrp="1"/>
          </p:cNvSpPr>
          <p:nvPr>
            <p:ph type="body" sz="quarter" idx="18" hasCustomPrompt="1"/>
            <p:custDataLst>
              <p:tags r:id="rId66"/>
            </p:custDataLst>
          </p:nvPr>
        </p:nvSpPr>
        <p:spPr>
          <a:xfrm>
            <a:off x="486770" y="330199"/>
            <a:ext cx="1546568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75" name="文本占位符 13"/>
          <p:cNvSpPr>
            <a:spLocks noGrp="1"/>
          </p:cNvSpPr>
          <p:nvPr>
            <p:ph type="body" sz="quarter" idx="14" hasCustomPrompt="1"/>
            <p:custDataLst>
              <p:tags r:id="rId67"/>
            </p:custDataLst>
          </p:nvPr>
        </p:nvSpPr>
        <p:spPr>
          <a:xfrm>
            <a:off x="8825231" y="326198"/>
            <a:ext cx="2880000" cy="5040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815926"/>
            <a:ext cx="3010487" cy="5732586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9" name="任意多边形: 形状 108"/>
          <p:cNvSpPr/>
          <p:nvPr userDrawn="1">
            <p:custDataLst>
              <p:tags r:id="rId3"/>
            </p:custDataLst>
          </p:nvPr>
        </p:nvSpPr>
        <p:spPr>
          <a:xfrm>
            <a:off x="101981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任意多边形: 形状 109"/>
          <p:cNvSpPr/>
          <p:nvPr userDrawn="1">
            <p:custDataLst>
              <p:tags r:id="rId4"/>
            </p:custDataLst>
          </p:nvPr>
        </p:nvSpPr>
        <p:spPr>
          <a:xfrm>
            <a:off x="123698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任意多边形: 形状 110"/>
          <p:cNvSpPr/>
          <p:nvPr userDrawn="1">
            <p:custDataLst>
              <p:tags r:id="rId5"/>
            </p:custDataLst>
          </p:nvPr>
        </p:nvSpPr>
        <p:spPr>
          <a:xfrm>
            <a:off x="145478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任意多边形: 形状 111"/>
          <p:cNvSpPr/>
          <p:nvPr userDrawn="1">
            <p:custDataLst>
              <p:tags r:id="rId6"/>
            </p:custDataLst>
          </p:nvPr>
        </p:nvSpPr>
        <p:spPr>
          <a:xfrm>
            <a:off x="167259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/>
          <p:cNvSpPr/>
          <p:nvPr userDrawn="1">
            <p:custDataLst>
              <p:tags r:id="rId7"/>
            </p:custDataLst>
          </p:nvPr>
        </p:nvSpPr>
        <p:spPr>
          <a:xfrm>
            <a:off x="188976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任意多边形: 形状 113"/>
          <p:cNvSpPr/>
          <p:nvPr userDrawn="1">
            <p:custDataLst>
              <p:tags r:id="rId8"/>
            </p:custDataLst>
          </p:nvPr>
        </p:nvSpPr>
        <p:spPr>
          <a:xfrm>
            <a:off x="210756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任意多边形: 形状 102"/>
          <p:cNvSpPr/>
          <p:nvPr userDrawn="1">
            <p:custDataLst>
              <p:tags r:id="rId9"/>
            </p:custDataLst>
          </p:nvPr>
        </p:nvSpPr>
        <p:spPr>
          <a:xfrm>
            <a:off x="101981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任意多边形: 形状 103"/>
          <p:cNvSpPr/>
          <p:nvPr userDrawn="1">
            <p:custDataLst>
              <p:tags r:id="rId10"/>
            </p:custDataLst>
          </p:nvPr>
        </p:nvSpPr>
        <p:spPr>
          <a:xfrm>
            <a:off x="123698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任意多边形: 形状 104"/>
          <p:cNvSpPr/>
          <p:nvPr userDrawn="1">
            <p:custDataLst>
              <p:tags r:id="rId11"/>
            </p:custDataLst>
          </p:nvPr>
        </p:nvSpPr>
        <p:spPr>
          <a:xfrm>
            <a:off x="145478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任意多边形: 形状 105"/>
          <p:cNvSpPr/>
          <p:nvPr userDrawn="1">
            <p:custDataLst>
              <p:tags r:id="rId12"/>
            </p:custDataLst>
          </p:nvPr>
        </p:nvSpPr>
        <p:spPr>
          <a:xfrm>
            <a:off x="167259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任意多边形: 形状 106"/>
          <p:cNvSpPr/>
          <p:nvPr userDrawn="1">
            <p:custDataLst>
              <p:tags r:id="rId13"/>
            </p:custDataLst>
          </p:nvPr>
        </p:nvSpPr>
        <p:spPr>
          <a:xfrm>
            <a:off x="188976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任意多边形: 形状 107"/>
          <p:cNvSpPr/>
          <p:nvPr userDrawn="1">
            <p:custDataLst>
              <p:tags r:id="rId14"/>
            </p:custDataLst>
          </p:nvPr>
        </p:nvSpPr>
        <p:spPr>
          <a:xfrm>
            <a:off x="210756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7" name="任意多边形: 形状 96"/>
          <p:cNvSpPr/>
          <p:nvPr userDrawn="1">
            <p:custDataLst>
              <p:tags r:id="rId15"/>
            </p:custDataLst>
          </p:nvPr>
        </p:nvSpPr>
        <p:spPr>
          <a:xfrm>
            <a:off x="101981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" name="任意多边形: 形状 97"/>
          <p:cNvSpPr/>
          <p:nvPr userDrawn="1">
            <p:custDataLst>
              <p:tags r:id="rId16"/>
            </p:custDataLst>
          </p:nvPr>
        </p:nvSpPr>
        <p:spPr>
          <a:xfrm>
            <a:off x="123698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任意多边形: 形状 98"/>
          <p:cNvSpPr/>
          <p:nvPr userDrawn="1">
            <p:custDataLst>
              <p:tags r:id="rId17"/>
            </p:custDataLst>
          </p:nvPr>
        </p:nvSpPr>
        <p:spPr>
          <a:xfrm>
            <a:off x="145478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任意多边形: 形状 99"/>
          <p:cNvSpPr/>
          <p:nvPr userDrawn="1">
            <p:custDataLst>
              <p:tags r:id="rId18"/>
            </p:custDataLst>
          </p:nvPr>
        </p:nvSpPr>
        <p:spPr>
          <a:xfrm>
            <a:off x="167259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任意多边形: 形状 100"/>
          <p:cNvSpPr/>
          <p:nvPr userDrawn="1">
            <p:custDataLst>
              <p:tags r:id="rId19"/>
            </p:custDataLst>
          </p:nvPr>
        </p:nvSpPr>
        <p:spPr>
          <a:xfrm>
            <a:off x="188976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任意多边形: 形状 101"/>
          <p:cNvSpPr/>
          <p:nvPr userDrawn="1">
            <p:custDataLst>
              <p:tags r:id="rId20"/>
            </p:custDataLst>
          </p:nvPr>
        </p:nvSpPr>
        <p:spPr>
          <a:xfrm>
            <a:off x="210756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1" name="任意多边形: 形状 90"/>
          <p:cNvSpPr/>
          <p:nvPr userDrawn="1">
            <p:custDataLst>
              <p:tags r:id="rId21"/>
            </p:custDataLst>
          </p:nvPr>
        </p:nvSpPr>
        <p:spPr>
          <a:xfrm>
            <a:off x="101981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2" name="任意多边形: 形状 91"/>
          <p:cNvSpPr/>
          <p:nvPr userDrawn="1">
            <p:custDataLst>
              <p:tags r:id="rId22"/>
            </p:custDataLst>
          </p:nvPr>
        </p:nvSpPr>
        <p:spPr>
          <a:xfrm>
            <a:off x="123698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任意多边形: 形状 92"/>
          <p:cNvSpPr/>
          <p:nvPr userDrawn="1">
            <p:custDataLst>
              <p:tags r:id="rId23"/>
            </p:custDataLst>
          </p:nvPr>
        </p:nvSpPr>
        <p:spPr>
          <a:xfrm>
            <a:off x="145478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4" name="任意多边形: 形状 93"/>
          <p:cNvSpPr/>
          <p:nvPr userDrawn="1">
            <p:custDataLst>
              <p:tags r:id="rId24"/>
            </p:custDataLst>
          </p:nvPr>
        </p:nvSpPr>
        <p:spPr>
          <a:xfrm>
            <a:off x="167259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" name="任意多边形: 形状 94"/>
          <p:cNvSpPr/>
          <p:nvPr userDrawn="1">
            <p:custDataLst>
              <p:tags r:id="rId25"/>
            </p:custDataLst>
          </p:nvPr>
        </p:nvSpPr>
        <p:spPr>
          <a:xfrm>
            <a:off x="188976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6" name="任意多边形: 形状 95"/>
          <p:cNvSpPr/>
          <p:nvPr userDrawn="1">
            <p:custDataLst>
              <p:tags r:id="rId26"/>
            </p:custDataLst>
          </p:nvPr>
        </p:nvSpPr>
        <p:spPr>
          <a:xfrm>
            <a:off x="210756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任意多边形: 形状 115"/>
          <p:cNvSpPr/>
          <p:nvPr>
            <p:custDataLst>
              <p:tags r:id="rId27"/>
            </p:custDataLst>
          </p:nvPr>
        </p:nvSpPr>
        <p:spPr>
          <a:xfrm>
            <a:off x="10883032" y="5494407"/>
            <a:ext cx="1308968" cy="1363593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17" name="任意多边形: 形状 116"/>
          <p:cNvSpPr/>
          <p:nvPr>
            <p:custDataLst>
              <p:tags r:id="rId28"/>
            </p:custDataLst>
          </p:nvPr>
        </p:nvSpPr>
        <p:spPr>
          <a:xfrm>
            <a:off x="10503205" y="642698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124" name="直接连接符 123"/>
          <p:cNvCxnSpPr/>
          <p:nvPr>
            <p:custDataLst>
              <p:tags r:id="rId29"/>
            </p:custDataLst>
          </p:nvPr>
        </p:nvCxnSpPr>
        <p:spPr>
          <a:xfrm>
            <a:off x="4670473" y="5491317"/>
            <a:ext cx="618978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0"/>
            </p:custDataLst>
          </p:nvPr>
        </p:nvSpPr>
        <p:spPr>
          <a:xfrm>
            <a:off x="73040" y="2266101"/>
            <a:ext cx="2034412" cy="2688797"/>
          </a:xfrm>
        </p:spPr>
        <p:txBody>
          <a:bodyPr anchor="ctr">
            <a:noAutofit/>
          </a:bodyPr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9348036" y="816492"/>
            <a:ext cx="2843964" cy="5731457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1005522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1027303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1049020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1070800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1092517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1114298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1005522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1027303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1049020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1070800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1092517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1114298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1005522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1027303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1049020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1070800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1092517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1114298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1005522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1027303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1049020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1070800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1092517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1114298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206375" y="5969564"/>
            <a:ext cx="1343382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 userDrawn="1">
            <p:custDataLst>
              <p:tags r:id="rId28"/>
            </p:custDataLst>
          </p:nvPr>
        </p:nvCxnSpPr>
        <p:spPr>
          <a:xfrm>
            <a:off x="1549757" y="6527800"/>
            <a:ext cx="857214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29"/>
            </p:custDataLst>
          </p:nvPr>
        </p:nvSpPr>
        <p:spPr>
          <a:xfrm>
            <a:off x="1075734" y="642656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1581138" y="700668"/>
            <a:ext cx="6603643" cy="4992039"/>
          </a:xfrm>
        </p:spPr>
        <p:txBody>
          <a:bodyPr anchor="ctr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4"/>
            </p:custDataLst>
          </p:nvPr>
        </p:nvSpPr>
        <p:spPr>
          <a:xfrm>
            <a:off x="10270349" y="2560320"/>
            <a:ext cx="1632479" cy="1869606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9845675" y="5245735"/>
            <a:ext cx="1585595" cy="160718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 flipH="1">
            <a:off x="11099800" y="1419860"/>
            <a:ext cx="1092200" cy="2183765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1095692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11095355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1123315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137158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151001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1648440" y="24860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095692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11095355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1123315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1137158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151001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11648440" y="2752725"/>
            <a:ext cx="46355" cy="46355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095692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11095355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1123315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1137158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1151001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11648440" y="30187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095692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11095355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1123315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1137158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1151001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11648440" y="3285490"/>
            <a:ext cx="46355" cy="46355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44" name="直接连接符 43"/>
          <p:cNvCxnSpPr/>
          <p:nvPr userDrawn="1">
            <p:custDataLst>
              <p:tags r:id="rId33"/>
            </p:custDataLst>
          </p:nvPr>
        </p:nvCxnSpPr>
        <p:spPr>
          <a:xfrm>
            <a:off x="2184400" y="8382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>
            <p:custDataLst>
              <p:tags r:id="rId34"/>
            </p:custDataLst>
          </p:nvPr>
        </p:nvSpPr>
        <p:spPr>
          <a:xfrm>
            <a:off x="9381500" y="6334625"/>
            <a:ext cx="1046117" cy="523058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5"/>
            </p:custDataLst>
          </p:nvPr>
        </p:nvSpPr>
        <p:spPr>
          <a:xfrm>
            <a:off x="2225242" y="1100447"/>
            <a:ext cx="7756958" cy="276359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6" name="文本占位符 9"/>
          <p:cNvSpPr>
            <a:spLocks noGrp="1"/>
          </p:cNvSpPr>
          <p:nvPr>
            <p:ph type="body" sz="quarter" idx="18" hasCustomPrompt="1"/>
            <p:custDataLst>
              <p:tags r:id="rId39"/>
            </p:custDataLst>
          </p:nvPr>
        </p:nvSpPr>
        <p:spPr>
          <a:xfrm>
            <a:off x="486770" y="330199"/>
            <a:ext cx="1546568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47" name="文本占位符 23"/>
          <p:cNvSpPr>
            <a:spLocks noGrp="1"/>
          </p:cNvSpPr>
          <p:nvPr>
            <p:ph type="body" sz="quarter" idx="19" hasCustomPrompt="1"/>
            <p:custDataLst>
              <p:tags r:id="rId40"/>
            </p:custDataLst>
          </p:nvPr>
        </p:nvSpPr>
        <p:spPr>
          <a:xfrm>
            <a:off x="4781641" y="4205797"/>
            <a:ext cx="2743200" cy="504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274.xml"/><Relationship Id="rId21" Type="http://schemas.openxmlformats.org/officeDocument/2006/relationships/tags" Target="../tags/tag273.xml"/><Relationship Id="rId20" Type="http://schemas.openxmlformats.org/officeDocument/2006/relationships/tags" Target="../tags/tag27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71.xml"/><Relationship Id="rId18" Type="http://schemas.openxmlformats.org/officeDocument/2006/relationships/tags" Target="../tags/tag270.xml"/><Relationship Id="rId17" Type="http://schemas.openxmlformats.org/officeDocument/2006/relationships/tags" Target="../tags/tag269.xml"/><Relationship Id="rId16" Type="http://schemas.openxmlformats.org/officeDocument/2006/relationships/tags" Target="../tags/tag268.xml"/><Relationship Id="rId15" Type="http://schemas.openxmlformats.org/officeDocument/2006/relationships/tags" Target="../tags/tag267.xml"/><Relationship Id="rId14" Type="http://schemas.openxmlformats.org/officeDocument/2006/relationships/tags" Target="../tags/tag266.xml"/><Relationship Id="rId13" Type="http://schemas.openxmlformats.org/officeDocument/2006/relationships/tags" Target="../tags/tag265.xml"/><Relationship Id="rId12" Type="http://schemas.openxmlformats.org/officeDocument/2006/relationships/tags" Target="../tags/tag26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3" Type="http://schemas.openxmlformats.org/officeDocument/2006/relationships/theme" Target="../theme/theme3.xml"/><Relationship Id="rId22" Type="http://schemas.openxmlformats.org/officeDocument/2006/relationships/tags" Target="../tags/tag486.xml"/><Relationship Id="rId21" Type="http://schemas.openxmlformats.org/officeDocument/2006/relationships/tags" Target="../tags/tag485.xml"/><Relationship Id="rId20" Type="http://schemas.openxmlformats.org/officeDocument/2006/relationships/tags" Target="../tags/tag484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483.xml"/><Relationship Id="rId18" Type="http://schemas.openxmlformats.org/officeDocument/2006/relationships/tags" Target="../tags/tag482.xml"/><Relationship Id="rId17" Type="http://schemas.openxmlformats.org/officeDocument/2006/relationships/tags" Target="../tags/tag481.xml"/><Relationship Id="rId16" Type="http://schemas.openxmlformats.org/officeDocument/2006/relationships/tags" Target="../tags/tag480.xml"/><Relationship Id="rId15" Type="http://schemas.openxmlformats.org/officeDocument/2006/relationships/tags" Target="../tags/tag479.xml"/><Relationship Id="rId14" Type="http://schemas.openxmlformats.org/officeDocument/2006/relationships/tags" Target="../tags/tag478.xml"/><Relationship Id="rId13" Type="http://schemas.openxmlformats.org/officeDocument/2006/relationships/tags" Target="../tags/tag477.xml"/><Relationship Id="rId12" Type="http://schemas.openxmlformats.org/officeDocument/2006/relationships/tags" Target="../tags/tag47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7"/>
            </p:custDataLst>
          </p:nvPr>
        </p:nvCxnSpPr>
        <p:spPr>
          <a:xfrm>
            <a:off x="818147" y="1123697"/>
            <a:ext cx="1053565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/>
          <p:cNvSpPr/>
          <p:nvPr userDrawn="1">
            <p:custDataLst>
              <p:tags r:id="rId18"/>
            </p:custDataLst>
          </p:nvPr>
        </p:nvSpPr>
        <p:spPr>
          <a:xfrm>
            <a:off x="206549" y="6189274"/>
            <a:ext cx="1343208" cy="668726"/>
          </a:xfrm>
          <a:custGeom>
            <a:avLst/>
            <a:gdLst>
              <a:gd name="connsiteX0" fmla="*/ 671605 w 1343208"/>
              <a:gd name="connsiteY0" fmla="*/ 0 h 668726"/>
              <a:gd name="connsiteX1" fmla="*/ 1330834 w 1343208"/>
              <a:gd name="connsiteY1" fmla="*/ 544421 h 668726"/>
              <a:gd name="connsiteX2" fmla="*/ 1343208 w 1343208"/>
              <a:gd name="connsiteY2" fmla="*/ 668726 h 668726"/>
              <a:gd name="connsiteX3" fmla="*/ 0 w 1343208"/>
              <a:gd name="connsiteY3" fmla="*/ 668726 h 668726"/>
              <a:gd name="connsiteX4" fmla="*/ 12374 w 1343208"/>
              <a:gd name="connsiteY4" fmla="*/ 544421 h 668726"/>
              <a:gd name="connsiteX5" fmla="*/ 671605 w 1343208"/>
              <a:gd name="connsiteY5" fmla="*/ 0 h 66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3208" h="668726">
                <a:moveTo>
                  <a:pt x="671605" y="0"/>
                </a:moveTo>
                <a:cubicBezTo>
                  <a:pt x="996697" y="0"/>
                  <a:pt x="1268070" y="233786"/>
                  <a:pt x="1330834" y="544421"/>
                </a:cubicBezTo>
                <a:lnTo>
                  <a:pt x="1343208" y="668726"/>
                </a:lnTo>
                <a:lnTo>
                  <a:pt x="0" y="668726"/>
                </a:lnTo>
                <a:lnTo>
                  <a:pt x="12374" y="544421"/>
                </a:lnTo>
                <a:cubicBezTo>
                  <a:pt x="75138" y="233786"/>
                  <a:pt x="346512" y="0"/>
                  <a:pt x="671605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>
            <a:off x="1549757" y="6527800"/>
            <a:ext cx="90138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1075734" y="6425363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10319385" y="6057265"/>
            <a:ext cx="1872615" cy="800735"/>
          </a:xfrm>
          <a:custGeom>
            <a:avLst/>
            <a:gdLst>
              <a:gd name="connsiteX0" fmla="*/ 1267016 w 2192479"/>
              <a:gd name="connsiteY0" fmla="*/ 0 h 936989"/>
              <a:gd name="connsiteX1" fmla="*/ 2109873 w 2192479"/>
              <a:gd name="connsiteY1" fmla="*/ 302578 h 936989"/>
              <a:gd name="connsiteX2" fmla="*/ 2192479 w 2192479"/>
              <a:gd name="connsiteY2" fmla="*/ 377655 h 936989"/>
              <a:gd name="connsiteX3" fmla="*/ 2192479 w 2192479"/>
              <a:gd name="connsiteY3" fmla="*/ 936989 h 936989"/>
              <a:gd name="connsiteX4" fmla="*/ 0 w 2192479"/>
              <a:gd name="connsiteY4" fmla="*/ 936989 h 936989"/>
              <a:gd name="connsiteX5" fmla="*/ 1534 w 2192479"/>
              <a:gd name="connsiteY5" fmla="*/ 931024 h 936989"/>
              <a:gd name="connsiteX6" fmla="*/ 1267016 w 2192479"/>
              <a:gd name="connsiteY6" fmla="*/ 0 h 9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2479" h="936989">
                <a:moveTo>
                  <a:pt x="1267016" y="0"/>
                </a:moveTo>
                <a:cubicBezTo>
                  <a:pt x="1587182" y="0"/>
                  <a:pt x="1880826" y="113551"/>
                  <a:pt x="2109873" y="302578"/>
                </a:cubicBezTo>
                <a:lnTo>
                  <a:pt x="2192479" y="377655"/>
                </a:lnTo>
                <a:lnTo>
                  <a:pt x="2192479" y="936989"/>
                </a:lnTo>
                <a:lnTo>
                  <a:pt x="0" y="936989"/>
                </a:lnTo>
                <a:lnTo>
                  <a:pt x="1534" y="931024"/>
                </a:lnTo>
                <a:cubicBezTo>
                  <a:pt x="169301" y="391636"/>
                  <a:pt x="672423" y="0"/>
                  <a:pt x="12670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7"/>
            </p:custDataLst>
          </p:nvPr>
        </p:nvCxnSpPr>
        <p:spPr>
          <a:xfrm>
            <a:off x="818147" y="1123697"/>
            <a:ext cx="1053565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/>
          <p:cNvSpPr/>
          <p:nvPr userDrawn="1">
            <p:custDataLst>
              <p:tags r:id="rId18"/>
            </p:custDataLst>
          </p:nvPr>
        </p:nvSpPr>
        <p:spPr>
          <a:xfrm>
            <a:off x="206549" y="6189274"/>
            <a:ext cx="1343208" cy="668726"/>
          </a:xfrm>
          <a:custGeom>
            <a:avLst/>
            <a:gdLst>
              <a:gd name="connsiteX0" fmla="*/ 671605 w 1343208"/>
              <a:gd name="connsiteY0" fmla="*/ 0 h 668726"/>
              <a:gd name="connsiteX1" fmla="*/ 1330834 w 1343208"/>
              <a:gd name="connsiteY1" fmla="*/ 544421 h 668726"/>
              <a:gd name="connsiteX2" fmla="*/ 1343208 w 1343208"/>
              <a:gd name="connsiteY2" fmla="*/ 668726 h 668726"/>
              <a:gd name="connsiteX3" fmla="*/ 0 w 1343208"/>
              <a:gd name="connsiteY3" fmla="*/ 668726 h 668726"/>
              <a:gd name="connsiteX4" fmla="*/ 12374 w 1343208"/>
              <a:gd name="connsiteY4" fmla="*/ 544421 h 668726"/>
              <a:gd name="connsiteX5" fmla="*/ 671605 w 1343208"/>
              <a:gd name="connsiteY5" fmla="*/ 0 h 66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3208" h="668726">
                <a:moveTo>
                  <a:pt x="671605" y="0"/>
                </a:moveTo>
                <a:cubicBezTo>
                  <a:pt x="996697" y="0"/>
                  <a:pt x="1268070" y="233786"/>
                  <a:pt x="1330834" y="544421"/>
                </a:cubicBezTo>
                <a:lnTo>
                  <a:pt x="1343208" y="668726"/>
                </a:lnTo>
                <a:lnTo>
                  <a:pt x="0" y="668726"/>
                </a:lnTo>
                <a:lnTo>
                  <a:pt x="12374" y="544421"/>
                </a:lnTo>
                <a:cubicBezTo>
                  <a:pt x="75138" y="233786"/>
                  <a:pt x="346512" y="0"/>
                  <a:pt x="671605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>
            <a:off x="1549757" y="6527800"/>
            <a:ext cx="90138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1075734" y="6425363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10319385" y="6057265"/>
            <a:ext cx="1872615" cy="800735"/>
          </a:xfrm>
          <a:custGeom>
            <a:avLst/>
            <a:gdLst>
              <a:gd name="connsiteX0" fmla="*/ 1267016 w 2192479"/>
              <a:gd name="connsiteY0" fmla="*/ 0 h 936989"/>
              <a:gd name="connsiteX1" fmla="*/ 2109873 w 2192479"/>
              <a:gd name="connsiteY1" fmla="*/ 302578 h 936989"/>
              <a:gd name="connsiteX2" fmla="*/ 2192479 w 2192479"/>
              <a:gd name="connsiteY2" fmla="*/ 377655 h 936989"/>
              <a:gd name="connsiteX3" fmla="*/ 2192479 w 2192479"/>
              <a:gd name="connsiteY3" fmla="*/ 936989 h 936989"/>
              <a:gd name="connsiteX4" fmla="*/ 0 w 2192479"/>
              <a:gd name="connsiteY4" fmla="*/ 936989 h 936989"/>
              <a:gd name="connsiteX5" fmla="*/ 1534 w 2192479"/>
              <a:gd name="connsiteY5" fmla="*/ 931024 h 936989"/>
              <a:gd name="connsiteX6" fmla="*/ 1267016 w 2192479"/>
              <a:gd name="connsiteY6" fmla="*/ 0 h 9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2479" h="936989">
                <a:moveTo>
                  <a:pt x="1267016" y="0"/>
                </a:moveTo>
                <a:cubicBezTo>
                  <a:pt x="1587182" y="0"/>
                  <a:pt x="1880826" y="113551"/>
                  <a:pt x="2109873" y="302578"/>
                </a:cubicBezTo>
                <a:lnTo>
                  <a:pt x="2192479" y="377655"/>
                </a:lnTo>
                <a:lnTo>
                  <a:pt x="2192479" y="936989"/>
                </a:lnTo>
                <a:lnTo>
                  <a:pt x="0" y="936989"/>
                </a:lnTo>
                <a:lnTo>
                  <a:pt x="1534" y="931024"/>
                </a:lnTo>
                <a:cubicBezTo>
                  <a:pt x="169301" y="391636"/>
                  <a:pt x="672423" y="0"/>
                  <a:pt x="12670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89.xml"/><Relationship Id="rId2" Type="http://schemas.openxmlformats.org/officeDocument/2006/relationships/tags" Target="../tags/tag488.xml"/><Relationship Id="rId1" Type="http://schemas.openxmlformats.org/officeDocument/2006/relationships/tags" Target="../tags/tag48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98.xml"/><Relationship Id="rId8" Type="http://schemas.openxmlformats.org/officeDocument/2006/relationships/tags" Target="../tags/tag497.xml"/><Relationship Id="rId7" Type="http://schemas.openxmlformats.org/officeDocument/2006/relationships/tags" Target="../tags/tag496.xml"/><Relationship Id="rId6" Type="http://schemas.openxmlformats.org/officeDocument/2006/relationships/tags" Target="../tags/tag495.xml"/><Relationship Id="rId5" Type="http://schemas.openxmlformats.org/officeDocument/2006/relationships/tags" Target="../tags/tag494.xml"/><Relationship Id="rId4" Type="http://schemas.openxmlformats.org/officeDocument/2006/relationships/tags" Target="../tags/tag493.xml"/><Relationship Id="rId3" Type="http://schemas.openxmlformats.org/officeDocument/2006/relationships/tags" Target="../tags/tag492.xml"/><Relationship Id="rId2" Type="http://schemas.openxmlformats.org/officeDocument/2006/relationships/tags" Target="../tags/tag491.xml"/><Relationship Id="rId12" Type="http://schemas.openxmlformats.org/officeDocument/2006/relationships/slideLayout" Target="../slideLayouts/slideLayout25.xml"/><Relationship Id="rId11" Type="http://schemas.openxmlformats.org/officeDocument/2006/relationships/tags" Target="../tags/tag500.xml"/><Relationship Id="rId10" Type="http://schemas.openxmlformats.org/officeDocument/2006/relationships/tags" Target="../tags/tag499.xml"/><Relationship Id="rId1" Type="http://schemas.openxmlformats.org/officeDocument/2006/relationships/tags" Target="../tags/tag4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tags" Target="../tags/tag505.xml"/><Relationship Id="rId4" Type="http://schemas.openxmlformats.org/officeDocument/2006/relationships/tags" Target="../tags/tag504.xml"/><Relationship Id="rId3" Type="http://schemas.openxmlformats.org/officeDocument/2006/relationships/tags" Target="../tags/tag503.xml"/><Relationship Id="rId2" Type="http://schemas.openxmlformats.org/officeDocument/2006/relationships/tags" Target="../tags/tag50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50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50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50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511.xml"/><Relationship Id="rId3" Type="http://schemas.openxmlformats.org/officeDocument/2006/relationships/image" Target="../media/image11.png"/><Relationship Id="rId2" Type="http://schemas.openxmlformats.org/officeDocument/2006/relationships/tags" Target="../tags/tag510.xml"/><Relationship Id="rId1" Type="http://schemas.openxmlformats.org/officeDocument/2006/relationships/tags" Target="../tags/tag5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267710" y="1656080"/>
            <a:ext cx="6553200" cy="1800225"/>
          </a:xfrm>
        </p:spPr>
        <p:txBody>
          <a:bodyPr>
            <a:normAutofit fontScale="90000"/>
          </a:bodyPr>
          <a:p>
            <a:r>
              <a:rPr lang="zh-CN" altLang="en-US" dirty="0"/>
              <a:t>基於深度學習的鳥類檢測識別系統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781550" y="4586288"/>
            <a:ext cx="2743200" cy="5032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小組成員：陳奎亨、王士誠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780829"/>
            <a:ext cx="1269252" cy="2688797"/>
          </a:xfrm>
        </p:spPr>
        <p:txBody>
          <a:bodyPr/>
          <a:lstStyle/>
          <a:p>
            <a:r>
              <a:rPr lang="zh-CN" altLang="en-US" dirty="0">
                <a:solidFill>
                  <a:schemeClr val="lt1">
                    <a:lumMod val="100000"/>
                  </a:schemeClr>
                </a:solidFill>
              </a:rPr>
              <a:t>目录</a:t>
            </a:r>
            <a:endParaRPr lang="zh-CN" altLang="en-US" dirty="0">
              <a:solidFill>
                <a:schemeClr val="lt1">
                  <a:lumMod val="100000"/>
                </a:schemeClr>
              </a:solidFill>
            </a:endParaRPr>
          </a:p>
        </p:txBody>
      </p:sp>
      <p:sp>
        <p:nvSpPr>
          <p:cNvPr id="13" name="序号"/>
          <p:cNvSpPr txBox="1"/>
          <p:nvPr>
            <p:custDataLst>
              <p:tags r:id="rId2"/>
            </p:custDataLst>
          </p:nvPr>
        </p:nvSpPr>
        <p:spPr>
          <a:xfrm>
            <a:off x="4543578" y="1494792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2"/>
                </a:solidFill>
                <a:latin typeface="+mj-ea"/>
                <a:ea typeface="+mj-ea"/>
              </a:rPr>
              <a:t>01</a:t>
            </a:r>
            <a:endParaRPr lang="en-US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4" name="项标题"/>
          <p:cNvSpPr txBox="1"/>
          <p:nvPr>
            <p:custDataLst>
              <p:tags r:id="rId3"/>
            </p:custDataLst>
          </p:nvPr>
        </p:nvSpPr>
        <p:spPr>
          <a:xfrm>
            <a:off x="5334856" y="1494792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動機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4228888" y="1564326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5"/>
            </p:custDataLst>
          </p:nvPr>
        </p:nvSpPr>
        <p:spPr>
          <a:xfrm rot="5400000">
            <a:off x="4228888" y="2753632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 rot="5400000">
            <a:off x="4228888" y="3942938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序号"/>
          <p:cNvSpPr txBox="1"/>
          <p:nvPr>
            <p:custDataLst>
              <p:tags r:id="rId7"/>
            </p:custDataLst>
          </p:nvPr>
        </p:nvSpPr>
        <p:spPr>
          <a:xfrm>
            <a:off x="4543578" y="2680490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2"/>
                </a:solidFill>
                <a:latin typeface="+mj-ea"/>
                <a:ea typeface="+mj-ea"/>
              </a:rPr>
              <a:t>02</a:t>
            </a:r>
            <a:endParaRPr lang="en-US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项标题"/>
          <p:cNvSpPr txBox="1"/>
          <p:nvPr>
            <p:custDataLst>
              <p:tags r:id="rId8"/>
            </p:custDataLst>
          </p:nvPr>
        </p:nvSpPr>
        <p:spPr>
          <a:xfrm>
            <a:off x="5334856" y="2680490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資料集來源、介紹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序号"/>
          <p:cNvSpPr txBox="1"/>
          <p:nvPr>
            <p:custDataLst>
              <p:tags r:id="rId9"/>
            </p:custDataLst>
          </p:nvPr>
        </p:nvSpPr>
        <p:spPr>
          <a:xfrm>
            <a:off x="4543578" y="3866188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2"/>
                </a:solidFill>
                <a:latin typeface="+mj-ea"/>
                <a:ea typeface="+mj-ea"/>
              </a:rPr>
              <a:t>03</a:t>
            </a:r>
            <a:endParaRPr lang="en-US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项标题"/>
          <p:cNvSpPr txBox="1"/>
          <p:nvPr>
            <p:custDataLst>
              <p:tags r:id="rId10"/>
            </p:custDataLst>
          </p:nvPr>
        </p:nvSpPr>
        <p:spPr>
          <a:xfrm>
            <a:off x="5334856" y="3866188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技術應用概念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動機：對藍鵲的怨恨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69920" y="575606"/>
            <a:ext cx="115146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69920" y="1609633"/>
            <a:ext cx="11264880" cy="441558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95960" y="1830070"/>
            <a:ext cx="47453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dirty="0" err="1" smtClean="0"/>
              <a:t>相信只要是上學期</a:t>
            </a:r>
            <a:r>
              <a:rPr lang="en-US" altLang="zh-CN" dirty="0" err="1" smtClean="0"/>
              <a:t>5</a:t>
            </a:r>
            <a:r>
              <a:rPr lang="zh-CN" altLang="en-US" dirty="0" err="1" smtClean="0"/>
              <a:t>、</a:t>
            </a:r>
            <a:r>
              <a:rPr lang="en-US" altLang="zh-CN" dirty="0" err="1" smtClean="0"/>
              <a:t>6</a:t>
            </a:r>
            <a:r>
              <a:rPr lang="zh-CN" altLang="en-US" dirty="0" err="1" smtClean="0"/>
              <a:t>月常走公館到五虎崗的那條路的人，都有被藍鵲巴過的經歷，本人記仇，但奈何於</a:t>
            </a:r>
            <a:r>
              <a:rPr lang="en-US" altLang="zh-CN" dirty="0" err="1" smtClean="0"/>
              <a:t>30</a:t>
            </a:r>
            <a:r>
              <a:rPr lang="zh-CN" altLang="en-US" dirty="0" err="1" smtClean="0"/>
              <a:t>萬的威壓不得動手，只得在心中謾罵。</a:t>
            </a:r>
            <a:endParaRPr lang="zh-CN" altLang="en-US" dirty="0" err="1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 err="1" smtClean="0"/>
              <a:t>在心中曾想過，在淡大裡面都有哪些鳥，哪些下來巴我的時候，我可以巴回去，藉此實驗課良機，想做個檢測、辨識，以平心中怨念。</a:t>
            </a:r>
            <a:endParaRPr lang="zh-CN" altLang="en-US" dirty="0" err="1" smtClean="0"/>
          </a:p>
        </p:txBody>
      </p:sp>
      <p:pic>
        <p:nvPicPr>
          <p:cNvPr id="2" name="图片 1" descr="blue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1315" y="1127760"/>
            <a:ext cx="3607435" cy="1993900"/>
          </a:xfrm>
          <a:prstGeom prst="rect">
            <a:avLst/>
          </a:prstGeom>
        </p:spPr>
      </p:pic>
      <p:pic>
        <p:nvPicPr>
          <p:cNvPr id="5" name="图片 4" descr="blue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9870" y="1127760"/>
            <a:ext cx="2705100" cy="3556000"/>
          </a:xfrm>
          <a:prstGeom prst="rect">
            <a:avLst/>
          </a:prstGeom>
        </p:spPr>
      </p:pic>
      <p:pic>
        <p:nvPicPr>
          <p:cNvPr id="8" name="图片 7" descr="blue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1315" y="3250565"/>
            <a:ext cx="3585845" cy="267462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資料集介紹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3715" y="1477010"/>
            <a:ext cx="463105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 err="1" smtClean="0"/>
              <a:t>我們使用的鳥類識別數據集，是加州理工學院鳥類數據集（</a:t>
            </a:r>
            <a:r>
              <a:rPr lang="en-US" altLang="zh-CN" sz="1600" dirty="0" err="1" smtClean="0"/>
              <a:t>The Caltech-UCSD Birds-200-2011 Dataset</a:t>
            </a:r>
            <a:r>
              <a:rPr lang="zh-CN" altLang="en-US" sz="1600" dirty="0" err="1" smtClean="0"/>
              <a:t>），</a:t>
            </a:r>
            <a:r>
              <a:rPr lang="en-US" altLang="zh-CN" sz="1600" dirty="0" err="1" smtClean="0"/>
              <a:t>CUB </a:t>
            </a:r>
            <a:r>
              <a:rPr lang="zh-CN" altLang="en-US" sz="1600" dirty="0" err="1" smtClean="0"/>
              <a:t>數據集一共</a:t>
            </a:r>
            <a:r>
              <a:rPr lang="en-US" altLang="zh-CN" sz="1600" dirty="0" err="1" smtClean="0"/>
              <a:t> </a:t>
            </a:r>
            <a:r>
              <a:rPr lang="en-US" altLang="zh-CN" sz="1600" u="sng" dirty="0" err="1" smtClean="0"/>
              <a:t>200 </a:t>
            </a:r>
            <a:r>
              <a:rPr lang="zh-CN" altLang="en-US" sz="1600" u="sng" dirty="0" err="1" smtClean="0"/>
              <a:t>個類別</a:t>
            </a:r>
            <a:r>
              <a:rPr lang="zh-CN" altLang="en-US" sz="1600" dirty="0" err="1" smtClean="0"/>
              <a:t>，共</a:t>
            </a:r>
            <a:r>
              <a:rPr lang="en-US" altLang="zh-CN" sz="1600" dirty="0" err="1" smtClean="0"/>
              <a:t> 11788 </a:t>
            </a:r>
            <a:r>
              <a:rPr lang="zh-CN" altLang="en-US" sz="1600" dirty="0" err="1" smtClean="0"/>
              <a:t>張圖片，每張圖片除包括</a:t>
            </a:r>
            <a:r>
              <a:rPr lang="zh-CN" altLang="en-US" sz="1600" u="sng" dirty="0" err="1" smtClean="0"/>
              <a:t>類別標籤</a:t>
            </a:r>
            <a:r>
              <a:rPr lang="zh-CN" altLang="en-US" sz="1600" dirty="0" err="1" smtClean="0"/>
              <a:t>外，還有一個標注的</a:t>
            </a:r>
            <a:r>
              <a:rPr lang="zh-CN" altLang="en-US" sz="1600" u="sng" dirty="0" err="1" smtClean="0"/>
              <a:t>物體邊框</a:t>
            </a:r>
            <a:r>
              <a:rPr lang="zh-CN" altLang="en-US" sz="1600" dirty="0" err="1" smtClean="0"/>
              <a:t>（</a:t>
            </a:r>
            <a:r>
              <a:rPr lang="en-US" altLang="zh-CN" sz="1600" dirty="0" err="1" smtClean="0"/>
              <a:t>Bounding Box</a:t>
            </a:r>
            <a:r>
              <a:rPr lang="zh-CN" altLang="en-US" sz="1600" dirty="0" err="1" smtClean="0"/>
              <a:t>）、關鍵點和一些其他屬性，屬於具有較高細粒度的鳥類圖像數據集。</a:t>
            </a:r>
            <a:endParaRPr lang="zh-CN" altLang="en-US" sz="1600" dirty="0" err="1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600" dirty="0" err="1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CUB</a:t>
            </a:r>
            <a:r>
              <a:rPr lang="zh-CN" altLang="en-US" sz="1600" dirty="0" err="1" smtClean="0"/>
              <a:t>數據集中每個物種都與</a:t>
            </a:r>
            <a:r>
              <a:rPr lang="en-US" altLang="zh-CN" sz="1600" dirty="0" err="1" smtClean="0"/>
              <a:t>Wikipedia</a:t>
            </a:r>
            <a:r>
              <a:rPr lang="zh-CN" altLang="en-US" sz="1600" dirty="0" err="1" smtClean="0"/>
              <a:t>文章相關聯，並按科學分類（順序、科、屬、物種）進行組織，包含</a:t>
            </a:r>
            <a:r>
              <a:rPr lang="en-US" altLang="zh-CN" sz="1600" dirty="0" err="1" smtClean="0"/>
              <a:t>200</a:t>
            </a:r>
            <a:r>
              <a:rPr lang="zh-CN" altLang="en-US" sz="1600" dirty="0" err="1" smtClean="0"/>
              <a:t>類鳥類子類，其中訓練數據集有</a:t>
            </a:r>
            <a:r>
              <a:rPr lang="en-US" altLang="zh-CN" sz="1600" dirty="0" err="1" smtClean="0"/>
              <a:t>5994</a:t>
            </a:r>
            <a:r>
              <a:rPr lang="zh-CN" altLang="en-US" sz="1600" dirty="0" err="1" smtClean="0"/>
              <a:t>張圖像，測試集有</a:t>
            </a:r>
            <a:r>
              <a:rPr lang="en-US" altLang="zh-CN" sz="1600" dirty="0" err="1" smtClean="0"/>
              <a:t>5794</a:t>
            </a:r>
            <a:r>
              <a:rPr lang="zh-CN" altLang="en-US" sz="1600" dirty="0" err="1" smtClean="0"/>
              <a:t>張圖像。每張圖像均提供了圖像類標記資訊，圖像中鳥的</a:t>
            </a:r>
            <a:r>
              <a:rPr lang="en-US" altLang="zh-CN" sz="1600" dirty="0" err="1" smtClean="0"/>
              <a:t>bounding box</a:t>
            </a:r>
            <a:r>
              <a:rPr lang="zh-CN" altLang="en-US" sz="1600" dirty="0" err="1" smtClean="0"/>
              <a:t>，鳥的關鍵</a:t>
            </a:r>
            <a:r>
              <a:rPr lang="en-US" altLang="zh-CN" sz="1600" dirty="0" err="1" smtClean="0"/>
              <a:t>part</a:t>
            </a:r>
            <a:r>
              <a:rPr lang="zh-CN" altLang="en-US" sz="1600" dirty="0" err="1" smtClean="0"/>
              <a:t>資訊，以及鳥類的屬性資訊，下載</a:t>
            </a:r>
            <a:r>
              <a:rPr lang="en-US" altLang="zh-CN" sz="1600" dirty="0" err="1" smtClean="0"/>
              <a:t>CUB</a:t>
            </a:r>
            <a:r>
              <a:rPr lang="zh-CN" altLang="en-US" sz="1600" dirty="0" err="1" smtClean="0"/>
              <a:t>數據並解壓後得到如下的檔夾</a:t>
            </a:r>
            <a:endParaRPr lang="zh-CN" altLang="en-US" sz="1600" dirty="0" err="1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445" y="360045"/>
            <a:ext cx="3263900" cy="31311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435" y="360045"/>
            <a:ext cx="3213735" cy="3011805"/>
          </a:xfrm>
          <a:prstGeom prst="rect">
            <a:avLst/>
          </a:prstGeom>
        </p:spPr>
      </p:pic>
      <p:pic>
        <p:nvPicPr>
          <p:cNvPr id="5" name="图片 4" descr="bi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90" y="3588385"/>
            <a:ext cx="6196330" cy="28149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sym typeface="+mn-ea"/>
              </a:rPr>
              <a:t>技術應用概念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643255" y="1248410"/>
          <a:ext cx="8326755" cy="3751580"/>
        </p:xfrm>
        <a:graphic>
          <a:graphicData uri="http://schemas.openxmlformats.org/drawingml/2006/table">
            <a:tbl>
              <a:tblPr/>
              <a:tblGrid>
                <a:gridCol w="2775585"/>
                <a:gridCol w="2775585"/>
                <a:gridCol w="2775585"/>
              </a:tblGrid>
              <a:tr h="304800"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類別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技術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說明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08380"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模型偵測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YOLOv5 / YOLOv8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  <a:cs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負責輸入圖片，輸出：</a:t>
                      </a:r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bounding box + </a:t>
                      </a:r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類別 </a:t>
                      </a:r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+ </a:t>
                      </a:r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信心分數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  <a:cs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深度學習框架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PyTorch</a:t>
                      </a:r>
                      <a:endParaRPr lang="en-US" altLang="zh-CN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訓練或載入</a:t>
                      </a:r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YOLO</a:t>
                      </a:r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模型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  <a:cs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GUI</a:t>
                      </a:r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介面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  <a:cs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PyQt5</a:t>
                      </a:r>
                      <a:endParaRPr lang="en-US" altLang="zh-CN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建立視窗、圖片顯示、控制按鈕、結果欄位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  <a:cs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圖片處理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</a:rPr>
                        <a:t>OpenCV (cv2)</a:t>
                      </a:r>
                      <a:endParaRPr lang="en-US" altLang="zh-CN" sz="2000">
                        <a:latin typeface="Yu Gothic UI Semibold" panose="020B0700000000000000" charset="-128"/>
                        <a:ea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圖片讀取、</a:t>
                      </a:r>
                      <a:r>
                        <a:rPr lang="en-US" altLang="zh-CN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resize</a:t>
                      </a:r>
                      <a:r>
                        <a:rPr lang="zh-CN" altLang="en-US" sz="2000">
                          <a:latin typeface="Yu Gothic UI Semibold" panose="020B0700000000000000" charset="-128"/>
                          <a:ea typeface="Yu Gothic UI Semibold" panose="020B0700000000000000" charset="-128"/>
                          <a:cs typeface="Yu Gothic UI Semibold" panose="020B0700000000000000" charset="-128"/>
                        </a:rPr>
                        <a:t>、標準化前處理</a:t>
                      </a:r>
                      <a:endParaRPr lang="zh-CN" altLang="en-US" sz="2000">
                        <a:latin typeface="Yu Gothic UI Semibold" panose="020B0700000000000000" charset="-128"/>
                        <a:ea typeface="Yu Gothic UI Semibold" panose="020B0700000000000000" charset="-128"/>
                        <a:cs typeface="Yu Gothic UI Semibold" panose="020B0700000000000000" charset="-12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9175115" y="2249805"/>
            <a:ext cx="2957830" cy="27501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235440" y="18903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 dirty="0" err="1" smtClean="0"/>
              <a:t>預期至少做到這樣：</a:t>
            </a:r>
            <a:endParaRPr lang="zh-CN" altLang="en-US" sz="1400" dirty="0" err="1" smtClean="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1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1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1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1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1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1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1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1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1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1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1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1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1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1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1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3"/>
  <p:tag name="KSO_WM_UNIT_SUBTYPE" val="g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1_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2_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720"/>
  <p:tag name="KSO_WM_UNIT_TYPE" val="f"/>
  <p:tag name="KSO_WM_UNIT_INDEX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2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2"/>
  <p:tag name="KSO_WM_UNIT_SUBTYPE" val="g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3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3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3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3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3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3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3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3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3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3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3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3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3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3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3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3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3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3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3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3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3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3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3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3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3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3"/>
  <p:tag name="KSO_WM_UNIT_SUBTYPE" val="g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2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1_1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2_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720"/>
  <p:tag name="KSO_WM_UNIT_TYPE" val="f"/>
  <p:tag name="KSO_WM_UNIT_INDEX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2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2"/>
  <p:tag name="KSO_WM_UNIT_SUBTYPE" val="g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8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4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96_1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TEXT_TYPE" val="1"/>
  <p:tag name="KSO_WM_UNIT_PRESET_TEXT" val="单击添加文档标题"/>
</p:tagLst>
</file>

<file path=ppt/tags/tag488.xml><?xml version="1.0" encoding="utf-8"?>
<p:tagLst xmlns:p="http://schemas.openxmlformats.org/presentationml/2006/main">
  <p:tag name="KSO_WM_UNIT_SUBTYPE" val="b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0996_1*f*3"/>
  <p:tag name="KSO_WM_TEMPLATE_CATEGORY" val="custom"/>
  <p:tag name="KSO_WM_TEMPLATE_INDEX" val="20230996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SLIDE_ID" val="custom20230996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996"/>
  <p:tag name="KSO_WM_SLIDE_LAYOUT" val="a_b_f"/>
  <p:tag name="KSO_WM_SLIDE_LAYOUT_CNT" val="1_1_3"/>
  <p:tag name="KSO_WM_SLIDE_TYPE" val="title"/>
  <p:tag name="KSO_WM_SLIDE_SUBTYPE" val="pureTxt"/>
  <p:tag name="KSO_WM_TEMPLATE_THUMBS_INDEX" val="1、9"/>
  <p:tag name="KSO_WM_SLIDE_THEME_ID" val="3313005"/>
  <p:tag name="KSO_WM_SLIDE_THEME_NAME" val="黄绿色简约风简单几何形状主题模板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2"/>
  <p:tag name="KSO_WM_UNIT_TEXT_FILL_TYPE" val="1"/>
  <p:tag name="KSO_WM_UNIT_USESOURCEFORMAT_APPLY" val="1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96_4*l_h_i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96_4*l_h_a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1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2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3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96_4*l_h_i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96_4*l_h_a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96_4*l_h_i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96_4*l_h_a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37.85830708661416,&quot;top&quot;:71.00764389879123,&quot;width&quot;:413.61822834645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500.xml><?xml version="1.0" encoding="utf-8"?>
<p:tagLst xmlns:p="http://schemas.openxmlformats.org/presentationml/2006/main">
  <p:tag name="KSO_WM_SLIDE_ID" val="custom202309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9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5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374_1*i*1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506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96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5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508.xml><?xml version="1.0" encoding="utf-8"?>
<p:tagLst xmlns:p="http://schemas.openxmlformats.org/presentationml/2006/main">
  <p:tag name="KSO_WM_SLIDE_ID" val="custom20230996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996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28*457"/>
  <p:tag name="KSO_WM_SLIDE_POSITION" val="66*28"/>
</p:tagLst>
</file>

<file path=ppt/tags/tag5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510.xml><?xml version="1.0" encoding="utf-8"?>
<p:tagLst xmlns:p="http://schemas.openxmlformats.org/presentationml/2006/main">
  <p:tag name="TABLE_ENDDRAG_ORIGIN_RECT" val="655*281"/>
  <p:tag name="TABLE_ENDDRAG_RECT" val="50*112*655*281"/>
</p:tagLst>
</file>

<file path=ppt/tags/tag51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TYPE" val="text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37">
      <a:dk1>
        <a:sysClr val="windowText" lastClr="000000"/>
      </a:dk1>
      <a:lt1>
        <a:sysClr val="window" lastClr="FFFFFF"/>
      </a:lt1>
      <a:dk2>
        <a:srgbClr val="44546A"/>
      </a:dk2>
      <a:lt2>
        <a:srgbClr val="FDFAF5"/>
      </a:lt2>
      <a:accent1>
        <a:srgbClr val="F3BB28"/>
      </a:accent1>
      <a:accent2>
        <a:srgbClr val="D9C573"/>
      </a:accent2>
      <a:accent3>
        <a:srgbClr val="B6B679"/>
      </a:accent3>
      <a:accent4>
        <a:srgbClr val="94A87F"/>
      </a:accent4>
      <a:accent5>
        <a:srgbClr val="719985"/>
      </a:accent5>
      <a:accent6>
        <a:srgbClr val="4F8A8B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FDFAF5"/>
      </a:lt2>
      <a:accent1>
        <a:srgbClr val="F3BB28"/>
      </a:accent1>
      <a:accent2>
        <a:srgbClr val="D9C573"/>
      </a:accent2>
      <a:accent3>
        <a:srgbClr val="B6B679"/>
      </a:accent3>
      <a:accent4>
        <a:srgbClr val="94A87F"/>
      </a:accent4>
      <a:accent5>
        <a:srgbClr val="719985"/>
      </a:accent5>
      <a:accent6>
        <a:srgbClr val="4F8A8B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WPS 演示</Application>
  <PresentationFormat>宽屏</PresentationFormat>
  <Paragraphs>63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华文宋体</vt:lpstr>
      <vt:lpstr>Yu Gothic UI Semibold</vt:lpstr>
      <vt:lpstr>WPS</vt:lpstr>
      <vt:lpstr>Office 主题​​</vt:lpstr>
      <vt:lpstr>1_Office 主题​​</vt:lpstr>
      <vt:lpstr>以《遊戲王》為基礎的 圖像辨識系統</vt:lpstr>
      <vt:lpstr>目录</vt:lpstr>
      <vt:lpstr>動機：懶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WPS_1591096075</cp:lastModifiedBy>
  <cp:revision>157</cp:revision>
  <dcterms:created xsi:type="dcterms:W3CDTF">2019-06-19T02:08:00Z</dcterms:created>
  <dcterms:modified xsi:type="dcterms:W3CDTF">2025-04-28T11:05:33Z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97F10803857B4DE4A87823E397C336D8_11</vt:lpwstr>
  </property>
</Properties>
</file>